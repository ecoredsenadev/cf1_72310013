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095E0-DBE2-45AF-B422-F2A7AA30CBAE}" v="12" dt="2026-02-18T16:18:18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4"/>
    <p:restoredTop sz="94690"/>
  </p:normalViewPr>
  <p:slideViewPr>
    <p:cSldViewPr snapToGrid="0">
      <p:cViewPr>
        <p:scale>
          <a:sx n="50" d="100"/>
          <a:sy n="50" d="100"/>
        </p:scale>
        <p:origin x="14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Marcela Vidal Quintero" userId="104d0c5e440496ce" providerId="LiveId" clId="{9D740E13-24C2-ED4B-9990-7E808AA8AA44}"/>
    <pc:docChg chg="custSel modSld">
      <pc:chgData name="Paula Marcela Vidal Quintero" userId="104d0c5e440496ce" providerId="LiveId" clId="{9D740E13-24C2-ED4B-9990-7E808AA8AA44}" dt="2026-02-05T10:57:14.803" v="1682"/>
      <pc:docMkLst>
        <pc:docMk/>
      </pc:docMkLst>
      <pc:sldChg chg="addSp delSp modSp mod">
        <pc:chgData name="Paula Marcela Vidal Quintero" userId="104d0c5e440496ce" providerId="LiveId" clId="{9D740E13-24C2-ED4B-9990-7E808AA8AA44}" dt="2026-02-05T10:57:14.803" v="1682"/>
        <pc:sldMkLst>
          <pc:docMk/>
          <pc:sldMk cId="4095624641" sldId="256"/>
        </pc:sldMkLst>
      </pc:sldChg>
    </pc:docChg>
  </pc:docChgLst>
  <pc:docChgLst>
    <pc:chgData name="Paula Marcela Vidal Quintero" userId="104d0c5e440496ce" providerId="LiveId" clId="{CFB4F13C-DB3E-4B98-A073-F90FE2125545}"/>
    <pc:docChg chg="undo custSel modSld">
      <pc:chgData name="Paula Marcela Vidal Quintero" userId="104d0c5e440496ce" providerId="LiveId" clId="{CFB4F13C-DB3E-4B98-A073-F90FE2125545}" dt="2026-02-18T16:18:18.567" v="1798" actId="12100"/>
      <pc:docMkLst>
        <pc:docMk/>
      </pc:docMkLst>
      <pc:sldChg chg="addSp delSp modSp mod">
        <pc:chgData name="Paula Marcela Vidal Quintero" userId="104d0c5e440496ce" providerId="LiveId" clId="{CFB4F13C-DB3E-4B98-A073-F90FE2125545}" dt="2026-02-18T16:18:18.567" v="1798" actId="12100"/>
        <pc:sldMkLst>
          <pc:docMk/>
          <pc:sldMk cId="4095624641" sldId="256"/>
        </pc:sldMkLst>
        <pc:spChg chg="mod">
          <ac:chgData name="Paula Marcela Vidal Quintero" userId="104d0c5e440496ce" providerId="LiveId" clId="{CFB4F13C-DB3E-4B98-A073-F90FE2125545}" dt="2026-02-18T16:04:09.700" v="665" actId="18245"/>
          <ac:spMkLst>
            <pc:docMk/>
            <pc:sldMk cId="4095624641" sldId="256"/>
            <ac:spMk id="6" creationId="{80D68533-CAF4-D68A-9ABE-3B23A29B6D23}"/>
          </ac:spMkLst>
        </pc:spChg>
        <pc:spChg chg="mod">
          <ac:chgData name="Paula Marcela Vidal Quintero" userId="104d0c5e440496ce" providerId="LiveId" clId="{CFB4F13C-DB3E-4B98-A073-F90FE2125545}" dt="2026-02-18T16:04:09.700" v="665" actId="18245"/>
          <ac:spMkLst>
            <pc:docMk/>
            <pc:sldMk cId="4095624641" sldId="256"/>
            <ac:spMk id="7" creationId="{F7437994-7010-3C1E-A9CF-B97A8E43A4D5}"/>
          </ac:spMkLst>
        </pc:spChg>
        <pc:spChg chg="mod">
          <ac:chgData name="Paula Marcela Vidal Quintero" userId="104d0c5e440496ce" providerId="LiveId" clId="{CFB4F13C-DB3E-4B98-A073-F90FE2125545}" dt="2026-02-18T16:04:09.700" v="665" actId="18245"/>
          <ac:spMkLst>
            <pc:docMk/>
            <pc:sldMk cId="4095624641" sldId="256"/>
            <ac:spMk id="8" creationId="{958EBF0C-A857-5AE1-B74E-BCE6DDE1A6C1}"/>
          </ac:spMkLst>
        </pc:spChg>
        <pc:spChg chg="mod">
          <ac:chgData name="Paula Marcela Vidal Quintero" userId="104d0c5e440496ce" providerId="LiveId" clId="{CFB4F13C-DB3E-4B98-A073-F90FE2125545}" dt="2026-02-18T16:04:09.700" v="665" actId="18245"/>
          <ac:spMkLst>
            <pc:docMk/>
            <pc:sldMk cId="4095624641" sldId="256"/>
            <ac:spMk id="9" creationId="{44AA6B62-E112-943E-F7A8-17C5695C803E}"/>
          </ac:spMkLst>
        </pc:spChg>
        <pc:spChg chg="mod">
          <ac:chgData name="Paula Marcela Vidal Quintero" userId="104d0c5e440496ce" providerId="LiveId" clId="{CFB4F13C-DB3E-4B98-A073-F90FE2125545}" dt="2026-02-18T16:04:04.981" v="664" actId="18245"/>
          <ac:spMkLst>
            <pc:docMk/>
            <pc:sldMk cId="4095624641" sldId="256"/>
            <ac:spMk id="10" creationId="{88EC515C-29A6-6522-7E13-BD12FEC28BA3}"/>
          </ac:spMkLst>
        </pc:spChg>
        <pc:grpChg chg="mod">
          <ac:chgData name="Paula Marcela Vidal Quintero" userId="104d0c5e440496ce" providerId="LiveId" clId="{CFB4F13C-DB3E-4B98-A073-F90FE2125545}" dt="2026-02-18T16:04:09.700" v="665" actId="18245"/>
          <ac:grpSpMkLst>
            <pc:docMk/>
            <pc:sldMk cId="4095624641" sldId="256"/>
            <ac:grpSpMk id="5" creationId="{25C3F886-05F3-3B4F-9A3D-D956BA95B6CF}"/>
          </ac:grpSpMkLst>
        </pc:grpChg>
        <pc:graphicFrameChg chg="add del modGraphic">
          <ac:chgData name="Paula Marcela Vidal Quintero" userId="104d0c5e440496ce" providerId="LiveId" clId="{CFB4F13C-DB3E-4B98-A073-F90FE2125545}" dt="2026-02-18T16:01:51.216" v="507" actId="1032"/>
          <ac:graphicFrameMkLst>
            <pc:docMk/>
            <pc:sldMk cId="4095624641" sldId="256"/>
            <ac:graphicFrameMk id="2" creationId="{F243DD29-DC92-11FB-BA91-2116FCB8D17F}"/>
          </ac:graphicFrameMkLst>
        </pc:graphicFrameChg>
        <pc:graphicFrameChg chg="add del mod modGraphic">
          <ac:chgData name="Paula Marcela Vidal Quintero" userId="104d0c5e440496ce" providerId="LiveId" clId="{CFB4F13C-DB3E-4B98-A073-F90FE2125545}" dt="2026-02-18T16:00:50.158" v="494" actId="478"/>
          <ac:graphicFrameMkLst>
            <pc:docMk/>
            <pc:sldMk cId="4095624641" sldId="256"/>
            <ac:graphicFrameMk id="3" creationId="{716A6110-794F-3052-E2C1-933A3C8BAD60}"/>
          </ac:graphicFrameMkLst>
        </pc:graphicFrameChg>
        <pc:graphicFrameChg chg="add del mod modGraphic">
          <ac:chgData name="Paula Marcela Vidal Quintero" userId="104d0c5e440496ce" providerId="LiveId" clId="{CFB4F13C-DB3E-4B98-A073-F90FE2125545}" dt="2026-02-18T16:18:18.567" v="1798" actId="12100"/>
          <ac:graphicFrameMkLst>
            <pc:docMk/>
            <pc:sldMk cId="4095624641" sldId="256"/>
            <ac:graphicFrameMk id="4" creationId="{870C8FF8-1DE0-0FDB-41FE-FB7496B637A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89123-EF3A-43AC-817D-FF887FDF57F6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2A17D5E9-98B1-4ED6-8DBA-0F015F00A7C4}">
      <dgm:prSet phldrT="[Texto]" phldr="0"/>
      <dgm:spPr/>
      <dgm:t>
        <a:bodyPr/>
        <a:lstStyle/>
        <a:p>
          <a:r>
            <a:rPr lang="es-CO" dirty="0"/>
            <a:t>Cultivo de palma de aceite: </a:t>
          </a:r>
          <a:r>
            <a:rPr lang="es-CO" dirty="0" err="1"/>
            <a:t>previveros</a:t>
          </a:r>
          <a:r>
            <a:rPr lang="es-CO" dirty="0"/>
            <a:t>, viveros y siembra</a:t>
          </a:r>
        </a:p>
      </dgm:t>
    </dgm:pt>
    <dgm:pt modelId="{88E535E2-5744-455C-BC72-5D0C6385E97C}" type="parTrans" cxnId="{325D2B92-4DD5-4850-946D-D2C916230180}">
      <dgm:prSet/>
      <dgm:spPr/>
      <dgm:t>
        <a:bodyPr/>
        <a:lstStyle/>
        <a:p>
          <a:endParaRPr lang="es-CO"/>
        </a:p>
      </dgm:t>
    </dgm:pt>
    <dgm:pt modelId="{4D80C3F8-4BA1-466B-8171-E0FD8DADAF13}" type="sibTrans" cxnId="{325D2B92-4DD5-4850-946D-D2C916230180}">
      <dgm:prSet/>
      <dgm:spPr/>
      <dgm:t>
        <a:bodyPr/>
        <a:lstStyle/>
        <a:p>
          <a:endParaRPr lang="es-CO"/>
        </a:p>
      </dgm:t>
    </dgm:pt>
    <dgm:pt modelId="{1FD3E1B8-2063-4B02-922A-0DC569E23311}">
      <dgm:prSet phldrT="[Texto]" phldr="0"/>
      <dgm:spPr/>
      <dgm:t>
        <a:bodyPr/>
        <a:lstStyle/>
        <a:p>
          <a:r>
            <a:rPr lang="es-CO" dirty="0" err="1"/>
            <a:t>Previveros</a:t>
          </a:r>
          <a:r>
            <a:rPr lang="es-CO" dirty="0"/>
            <a:t> y viveros</a:t>
          </a:r>
        </a:p>
      </dgm:t>
    </dgm:pt>
    <dgm:pt modelId="{DEC4C4FD-DA56-4D3F-B196-8DB4CD9F5426}" type="parTrans" cxnId="{83058418-6D1D-4484-98F1-7F5DEBFA5BC9}">
      <dgm:prSet/>
      <dgm:spPr/>
      <dgm:t>
        <a:bodyPr/>
        <a:lstStyle/>
        <a:p>
          <a:endParaRPr lang="es-CO"/>
        </a:p>
      </dgm:t>
    </dgm:pt>
    <dgm:pt modelId="{EA16076B-151A-4A76-9703-C2C014AD8819}" type="sibTrans" cxnId="{83058418-6D1D-4484-98F1-7F5DEBFA5BC9}">
      <dgm:prSet/>
      <dgm:spPr/>
      <dgm:t>
        <a:bodyPr/>
        <a:lstStyle/>
        <a:p>
          <a:endParaRPr lang="es-CO"/>
        </a:p>
      </dgm:t>
    </dgm:pt>
    <dgm:pt modelId="{ECBABEE6-287D-4698-BC9B-BDFC4BB16BEB}">
      <dgm:prSet phldrT="[Texto]" phldr="0"/>
      <dgm:spPr/>
      <dgm:t>
        <a:bodyPr/>
        <a:lstStyle/>
        <a:p>
          <a:r>
            <a:rPr lang="es-CO" dirty="0"/>
            <a:t>Vivero</a:t>
          </a:r>
        </a:p>
      </dgm:t>
    </dgm:pt>
    <dgm:pt modelId="{73A3ECC2-EF80-404A-B1BA-5D55C2C09F44}" type="parTrans" cxnId="{802AEED4-A77E-4CCB-B2CC-40F54A27130E}">
      <dgm:prSet/>
      <dgm:spPr/>
      <dgm:t>
        <a:bodyPr/>
        <a:lstStyle/>
        <a:p>
          <a:endParaRPr lang="es-CO"/>
        </a:p>
      </dgm:t>
    </dgm:pt>
    <dgm:pt modelId="{B1140881-672D-44CC-BE8B-EA078B5E1853}" type="sibTrans" cxnId="{802AEED4-A77E-4CCB-B2CC-40F54A27130E}">
      <dgm:prSet/>
      <dgm:spPr/>
      <dgm:t>
        <a:bodyPr/>
        <a:lstStyle/>
        <a:p>
          <a:endParaRPr lang="es-CO"/>
        </a:p>
      </dgm:t>
    </dgm:pt>
    <dgm:pt modelId="{A81A7A40-23EE-43A4-B9AC-19113FD26398}">
      <dgm:prSet phldrT="[Texto]" phldr="0"/>
      <dgm:spPr/>
      <dgm:t>
        <a:bodyPr/>
        <a:lstStyle/>
        <a:p>
          <a:r>
            <a:rPr lang="es-CO" dirty="0"/>
            <a:t>Generalidades del cultivo</a:t>
          </a:r>
        </a:p>
      </dgm:t>
    </dgm:pt>
    <dgm:pt modelId="{F98716B0-367E-4A5D-B922-AF959EAE62BA}" type="parTrans" cxnId="{C9C8500F-DA4B-4CCB-AC14-8F8B7F3D16BA}">
      <dgm:prSet/>
      <dgm:spPr/>
      <dgm:t>
        <a:bodyPr/>
        <a:lstStyle/>
        <a:p>
          <a:endParaRPr lang="es-CO"/>
        </a:p>
      </dgm:t>
    </dgm:pt>
    <dgm:pt modelId="{8A9D368D-F300-4C64-A2D2-41A770478685}" type="sibTrans" cxnId="{C9C8500F-DA4B-4CCB-AC14-8F8B7F3D16BA}">
      <dgm:prSet/>
      <dgm:spPr/>
      <dgm:t>
        <a:bodyPr/>
        <a:lstStyle/>
        <a:p>
          <a:endParaRPr lang="es-CO"/>
        </a:p>
      </dgm:t>
    </dgm:pt>
    <dgm:pt modelId="{FB76B03E-6BCA-4BAA-B504-69C0663EE194}">
      <dgm:prSet phldrT="[Texto]" phldr="0"/>
      <dgm:spPr/>
      <dgm:t>
        <a:bodyPr/>
        <a:lstStyle/>
        <a:p>
          <a:r>
            <a:rPr lang="es-CO" dirty="0"/>
            <a:t>Selección del material vegetal</a:t>
          </a:r>
        </a:p>
      </dgm:t>
    </dgm:pt>
    <dgm:pt modelId="{6002EDA5-1E81-450A-B8DD-4ACA5FD6B455}" type="parTrans" cxnId="{3B5175B3-62CE-48BE-8F34-A3405A09C4D4}">
      <dgm:prSet/>
      <dgm:spPr/>
      <dgm:t>
        <a:bodyPr/>
        <a:lstStyle/>
        <a:p>
          <a:endParaRPr lang="es-CO"/>
        </a:p>
      </dgm:t>
    </dgm:pt>
    <dgm:pt modelId="{AA2609A6-C899-43E4-84CF-798E8C083FD6}" type="sibTrans" cxnId="{3B5175B3-62CE-48BE-8F34-A3405A09C4D4}">
      <dgm:prSet/>
      <dgm:spPr/>
      <dgm:t>
        <a:bodyPr/>
        <a:lstStyle/>
        <a:p>
          <a:endParaRPr lang="es-CO"/>
        </a:p>
      </dgm:t>
    </dgm:pt>
    <dgm:pt modelId="{D78EBE3B-8344-493B-B13A-3340DDCEAD3D}">
      <dgm:prSet phldrT="[Texto]" phldr="0"/>
      <dgm:spPr/>
      <dgm:t>
        <a:bodyPr/>
        <a:lstStyle/>
        <a:p>
          <a:r>
            <a:rPr lang="es-CO" dirty="0"/>
            <a:t>Variedades</a:t>
          </a:r>
        </a:p>
      </dgm:t>
    </dgm:pt>
    <dgm:pt modelId="{EFA16AF3-6FCC-40F7-90CF-1ADC69E22D23}" type="parTrans" cxnId="{888E5567-3532-4EFF-946E-8EADFEC00CCB}">
      <dgm:prSet/>
      <dgm:spPr/>
      <dgm:t>
        <a:bodyPr/>
        <a:lstStyle/>
        <a:p>
          <a:endParaRPr lang="es-CO"/>
        </a:p>
      </dgm:t>
    </dgm:pt>
    <dgm:pt modelId="{A2FA584A-56A3-4A34-A408-2A204C3F3660}" type="sibTrans" cxnId="{888E5567-3532-4EFF-946E-8EADFEC00CCB}">
      <dgm:prSet/>
      <dgm:spPr/>
      <dgm:t>
        <a:bodyPr/>
        <a:lstStyle/>
        <a:p>
          <a:endParaRPr lang="es-CO"/>
        </a:p>
      </dgm:t>
    </dgm:pt>
    <dgm:pt modelId="{478A871A-35AE-42EC-A2C9-1F8E68616ED3}">
      <dgm:prSet phldrT="[Texto]" phldr="0"/>
      <dgm:spPr/>
      <dgm:t>
        <a:bodyPr/>
        <a:lstStyle/>
        <a:p>
          <a:r>
            <a:rPr lang="es-CO"/>
            <a:t>Rendimiento</a:t>
          </a:r>
          <a:endParaRPr lang="es-CO" dirty="0"/>
        </a:p>
      </dgm:t>
    </dgm:pt>
    <dgm:pt modelId="{1990A76E-B66F-43A3-8674-A5E034BF51F9}" type="parTrans" cxnId="{03CD3833-54BC-40C2-931B-1A1028E2A1AF}">
      <dgm:prSet/>
      <dgm:spPr/>
      <dgm:t>
        <a:bodyPr/>
        <a:lstStyle/>
        <a:p>
          <a:endParaRPr lang="es-CO"/>
        </a:p>
      </dgm:t>
    </dgm:pt>
    <dgm:pt modelId="{EE8ED1FF-79CA-48D2-8AB4-AA8F19B91F15}" type="sibTrans" cxnId="{03CD3833-54BC-40C2-931B-1A1028E2A1AF}">
      <dgm:prSet/>
      <dgm:spPr/>
      <dgm:t>
        <a:bodyPr/>
        <a:lstStyle/>
        <a:p>
          <a:endParaRPr lang="es-CO"/>
        </a:p>
      </dgm:t>
    </dgm:pt>
    <dgm:pt modelId="{541D5AAA-76AF-45E3-938C-82AE469DE4AF}">
      <dgm:prSet phldrT="[Texto]" phldr="0"/>
      <dgm:spPr/>
      <dgm:t>
        <a:bodyPr/>
        <a:lstStyle/>
        <a:p>
          <a:r>
            <a:rPr lang="es-CO"/>
            <a:t>Condiciones agroecológicas</a:t>
          </a:r>
          <a:endParaRPr lang="es-CO" dirty="0"/>
        </a:p>
      </dgm:t>
    </dgm:pt>
    <dgm:pt modelId="{9D718084-7116-4E30-957C-1BC8D0EB2015}" type="parTrans" cxnId="{4FA31783-8A9A-482F-8BAE-3EACAF6B1503}">
      <dgm:prSet/>
      <dgm:spPr/>
      <dgm:t>
        <a:bodyPr/>
        <a:lstStyle/>
        <a:p>
          <a:endParaRPr lang="es-CO"/>
        </a:p>
      </dgm:t>
    </dgm:pt>
    <dgm:pt modelId="{9D2DCDDB-69C0-4B1D-AE1F-EA28B7EE29D1}" type="sibTrans" cxnId="{4FA31783-8A9A-482F-8BAE-3EACAF6B1503}">
      <dgm:prSet/>
      <dgm:spPr/>
      <dgm:t>
        <a:bodyPr/>
        <a:lstStyle/>
        <a:p>
          <a:endParaRPr lang="es-CO"/>
        </a:p>
      </dgm:t>
    </dgm:pt>
    <dgm:pt modelId="{7BA323FB-D313-4DBD-9405-92256CC8CC30}">
      <dgm:prSet phldrT="[Texto]" phldr="0"/>
      <dgm:spPr/>
      <dgm:t>
        <a:bodyPr/>
        <a:lstStyle/>
        <a:p>
          <a:r>
            <a:rPr lang="es-CO"/>
            <a:t>Características de la palma de aceite</a:t>
          </a:r>
          <a:endParaRPr lang="es-CO" dirty="0"/>
        </a:p>
      </dgm:t>
    </dgm:pt>
    <dgm:pt modelId="{82B55DEA-DCB1-4E60-97EF-73C2BDDCEB85}" type="parTrans" cxnId="{FD18609C-ED62-4959-89BB-E6EA7582A360}">
      <dgm:prSet/>
      <dgm:spPr/>
      <dgm:t>
        <a:bodyPr/>
        <a:lstStyle/>
        <a:p>
          <a:endParaRPr lang="es-CO"/>
        </a:p>
      </dgm:t>
    </dgm:pt>
    <dgm:pt modelId="{27ACD179-A2A9-4AE8-B286-3638FACFE999}" type="sibTrans" cxnId="{FD18609C-ED62-4959-89BB-E6EA7582A360}">
      <dgm:prSet/>
      <dgm:spPr/>
      <dgm:t>
        <a:bodyPr/>
        <a:lstStyle/>
        <a:p>
          <a:endParaRPr lang="es-CO"/>
        </a:p>
      </dgm:t>
    </dgm:pt>
    <dgm:pt modelId="{33C8F07D-3A16-4C25-8C5A-0735732C698F}">
      <dgm:prSet phldrT="[Texto]" phldr="0"/>
      <dgm:spPr/>
      <dgm:t>
        <a:bodyPr/>
        <a:lstStyle/>
        <a:p>
          <a:r>
            <a:rPr lang="es-CO" dirty="0"/>
            <a:t>Características de las semillas</a:t>
          </a:r>
        </a:p>
      </dgm:t>
    </dgm:pt>
    <dgm:pt modelId="{F44677FA-0A80-469C-A5CA-6873066D63FF}" type="parTrans" cxnId="{09A39C83-13D1-43E8-AFDB-758BB6037538}">
      <dgm:prSet/>
      <dgm:spPr/>
      <dgm:t>
        <a:bodyPr/>
        <a:lstStyle/>
        <a:p>
          <a:endParaRPr lang="es-CO"/>
        </a:p>
      </dgm:t>
    </dgm:pt>
    <dgm:pt modelId="{29BEBB49-7331-4C1A-B7FD-BBC92E9FC33D}" type="sibTrans" cxnId="{09A39C83-13D1-43E8-AFDB-758BB6037538}">
      <dgm:prSet/>
      <dgm:spPr/>
      <dgm:t>
        <a:bodyPr/>
        <a:lstStyle/>
        <a:p>
          <a:endParaRPr lang="es-CO"/>
        </a:p>
      </dgm:t>
    </dgm:pt>
    <dgm:pt modelId="{70FA7DC4-9C32-4E08-9730-E4236E50D7E9}">
      <dgm:prSet phldrT="[Texto]" phldr="0"/>
      <dgm:spPr/>
      <dgm:t>
        <a:bodyPr/>
        <a:lstStyle/>
        <a:p>
          <a:r>
            <a:rPr lang="es-CO" dirty="0"/>
            <a:t>Crecimiento y desarrollo de la semilla</a:t>
          </a:r>
        </a:p>
      </dgm:t>
    </dgm:pt>
    <dgm:pt modelId="{71F95B5B-DB52-4A28-AA98-23AF74453527}" type="parTrans" cxnId="{334556D3-B4B0-438D-96CD-30E7C6901EBF}">
      <dgm:prSet/>
      <dgm:spPr/>
      <dgm:t>
        <a:bodyPr/>
        <a:lstStyle/>
        <a:p>
          <a:endParaRPr lang="es-CO"/>
        </a:p>
      </dgm:t>
    </dgm:pt>
    <dgm:pt modelId="{38FB0930-6141-43CE-BB51-360DCC7DD6D3}" type="sibTrans" cxnId="{334556D3-B4B0-438D-96CD-30E7C6901EBF}">
      <dgm:prSet/>
      <dgm:spPr/>
      <dgm:t>
        <a:bodyPr/>
        <a:lstStyle/>
        <a:p>
          <a:endParaRPr lang="es-CO"/>
        </a:p>
      </dgm:t>
    </dgm:pt>
    <dgm:pt modelId="{87867E2A-039A-4857-B977-3BB10A06D57C}">
      <dgm:prSet phldrT="[Texto]" phldr="0"/>
      <dgm:spPr/>
      <dgm:t>
        <a:bodyPr/>
        <a:lstStyle/>
        <a:p>
          <a:r>
            <a:rPr lang="es-CO" dirty="0"/>
            <a:t>Semillero</a:t>
          </a:r>
        </a:p>
      </dgm:t>
    </dgm:pt>
    <dgm:pt modelId="{19E36335-1C2D-498C-94F5-CF22FAF99C3D}" type="parTrans" cxnId="{FCF04D50-8225-4F57-B6A2-FB21836882A1}">
      <dgm:prSet/>
      <dgm:spPr/>
      <dgm:t>
        <a:bodyPr/>
        <a:lstStyle/>
        <a:p>
          <a:endParaRPr lang="es-CO"/>
        </a:p>
      </dgm:t>
    </dgm:pt>
    <dgm:pt modelId="{D2E8100B-E1CA-4B17-B2F0-230E7B76D900}" type="sibTrans" cxnId="{FCF04D50-8225-4F57-B6A2-FB21836882A1}">
      <dgm:prSet/>
      <dgm:spPr/>
      <dgm:t>
        <a:bodyPr/>
        <a:lstStyle/>
        <a:p>
          <a:endParaRPr lang="es-CO"/>
        </a:p>
      </dgm:t>
    </dgm:pt>
    <dgm:pt modelId="{BB031DD9-FA5F-4E4E-9E2F-7522EFA6A32D}">
      <dgm:prSet phldrT="[Texto]" phldr="0"/>
      <dgm:spPr/>
      <dgm:t>
        <a:bodyPr/>
        <a:lstStyle/>
        <a:p>
          <a:r>
            <a:rPr lang="es-CO" dirty="0"/>
            <a:t>Clasificación de las semillas</a:t>
          </a:r>
        </a:p>
      </dgm:t>
    </dgm:pt>
    <dgm:pt modelId="{15606F85-6495-4A08-882E-C63751A6C4C8}" type="parTrans" cxnId="{28D407BB-E96F-4BEE-8C62-8111703E4C9F}">
      <dgm:prSet/>
      <dgm:spPr/>
      <dgm:t>
        <a:bodyPr/>
        <a:lstStyle/>
        <a:p>
          <a:endParaRPr lang="es-CO"/>
        </a:p>
      </dgm:t>
    </dgm:pt>
    <dgm:pt modelId="{AC514154-471E-4003-9517-570C10D56F4C}" type="sibTrans" cxnId="{28D407BB-E96F-4BEE-8C62-8111703E4C9F}">
      <dgm:prSet/>
      <dgm:spPr/>
      <dgm:t>
        <a:bodyPr/>
        <a:lstStyle/>
        <a:p>
          <a:endParaRPr lang="es-CO"/>
        </a:p>
      </dgm:t>
    </dgm:pt>
    <dgm:pt modelId="{8908DB27-D9F8-4893-A4FE-39314C01E23E}">
      <dgm:prSet phldrT="[Texto]" phldr="0"/>
      <dgm:spPr/>
      <dgm:t>
        <a:bodyPr/>
        <a:lstStyle/>
        <a:p>
          <a:r>
            <a:rPr lang="es-CO" dirty="0"/>
            <a:t>Condiciones</a:t>
          </a:r>
        </a:p>
      </dgm:t>
    </dgm:pt>
    <dgm:pt modelId="{8EC2B42A-0DBB-4DAF-B66B-F155498A5DC6}" type="parTrans" cxnId="{272FA169-C69D-44CA-B3DA-D17D6C027924}">
      <dgm:prSet/>
      <dgm:spPr/>
      <dgm:t>
        <a:bodyPr/>
        <a:lstStyle/>
        <a:p>
          <a:endParaRPr lang="es-CO"/>
        </a:p>
      </dgm:t>
    </dgm:pt>
    <dgm:pt modelId="{7C82B9CD-EA94-4622-944E-651D85606E28}" type="sibTrans" cxnId="{272FA169-C69D-44CA-B3DA-D17D6C027924}">
      <dgm:prSet/>
      <dgm:spPr/>
      <dgm:t>
        <a:bodyPr/>
        <a:lstStyle/>
        <a:p>
          <a:endParaRPr lang="es-CO"/>
        </a:p>
      </dgm:t>
    </dgm:pt>
    <dgm:pt modelId="{A63F3805-3985-43C4-9A28-AE95DAFC94DA}">
      <dgm:prSet phldrT="[Texto]" phldr="0"/>
      <dgm:spPr/>
      <dgm:t>
        <a:bodyPr/>
        <a:lstStyle/>
        <a:p>
          <a:r>
            <a:rPr lang="es-CO" dirty="0"/>
            <a:t>Criterios técnicos</a:t>
          </a:r>
        </a:p>
      </dgm:t>
    </dgm:pt>
    <dgm:pt modelId="{2E185A03-E006-490E-BF16-5E198A35E5A9}" type="parTrans" cxnId="{6B1442E3-C763-4039-A6AE-F70419126AB0}">
      <dgm:prSet/>
      <dgm:spPr/>
      <dgm:t>
        <a:bodyPr/>
        <a:lstStyle/>
        <a:p>
          <a:endParaRPr lang="es-CO"/>
        </a:p>
      </dgm:t>
    </dgm:pt>
    <dgm:pt modelId="{230AA455-90E2-4AC9-9B78-5C8C9724E69D}" type="sibTrans" cxnId="{6B1442E3-C763-4039-A6AE-F70419126AB0}">
      <dgm:prSet/>
      <dgm:spPr/>
      <dgm:t>
        <a:bodyPr/>
        <a:lstStyle/>
        <a:p>
          <a:endParaRPr lang="es-CO"/>
        </a:p>
      </dgm:t>
    </dgm:pt>
    <dgm:pt modelId="{9088C99A-550F-4EF0-9664-31FEB96FE282}">
      <dgm:prSet phldrT="[Texto]" phldr="0"/>
      <dgm:spPr/>
      <dgm:t>
        <a:bodyPr/>
        <a:lstStyle/>
        <a:p>
          <a:r>
            <a:rPr lang="es-CO" dirty="0"/>
            <a:t>Proceso de clasificación</a:t>
          </a:r>
        </a:p>
      </dgm:t>
    </dgm:pt>
    <dgm:pt modelId="{EA0E8338-BBDE-45A4-8E48-4B63B279BA4E}" type="parTrans" cxnId="{6887D9CB-3F43-43C0-A14B-9959F5245F37}">
      <dgm:prSet/>
      <dgm:spPr/>
      <dgm:t>
        <a:bodyPr/>
        <a:lstStyle/>
        <a:p>
          <a:endParaRPr lang="es-CO"/>
        </a:p>
      </dgm:t>
    </dgm:pt>
    <dgm:pt modelId="{24C14EE5-F97C-4914-A90E-BD23C2B90645}" type="sibTrans" cxnId="{6887D9CB-3F43-43C0-A14B-9959F5245F37}">
      <dgm:prSet/>
      <dgm:spPr/>
      <dgm:t>
        <a:bodyPr/>
        <a:lstStyle/>
        <a:p>
          <a:endParaRPr lang="es-CO"/>
        </a:p>
      </dgm:t>
    </dgm:pt>
    <dgm:pt modelId="{43A376A6-BEBB-4EC7-B4F4-0B7F8B75DF18}">
      <dgm:prSet phldrT="[Texto]" phldr="0"/>
      <dgm:spPr/>
      <dgm:t>
        <a:bodyPr/>
        <a:lstStyle/>
        <a:p>
          <a:r>
            <a:rPr lang="es-CO" dirty="0"/>
            <a:t>Siembra</a:t>
          </a:r>
        </a:p>
      </dgm:t>
    </dgm:pt>
    <dgm:pt modelId="{9CDE0A40-6945-4285-86F8-5CFE3EADF78E}" type="parTrans" cxnId="{BE221892-D78E-4A06-80F1-10E250612028}">
      <dgm:prSet/>
      <dgm:spPr/>
      <dgm:t>
        <a:bodyPr/>
        <a:lstStyle/>
        <a:p>
          <a:endParaRPr lang="es-CO"/>
        </a:p>
      </dgm:t>
    </dgm:pt>
    <dgm:pt modelId="{D0C12854-6ECE-41FB-8DDF-50EBB98CEB21}" type="sibTrans" cxnId="{BE221892-D78E-4A06-80F1-10E250612028}">
      <dgm:prSet/>
      <dgm:spPr/>
      <dgm:t>
        <a:bodyPr/>
        <a:lstStyle/>
        <a:p>
          <a:endParaRPr lang="es-CO"/>
        </a:p>
      </dgm:t>
    </dgm:pt>
    <dgm:pt modelId="{E57BCD46-82E0-440D-AF0E-D3484979E5C7}">
      <dgm:prSet phldrT="[Texto]" phldr="0"/>
      <dgm:spPr/>
      <dgm:t>
        <a:bodyPr/>
        <a:lstStyle/>
        <a:p>
          <a:r>
            <a:rPr lang="es-CO"/>
            <a:t>Previvero</a:t>
          </a:r>
          <a:endParaRPr lang="es-CO" dirty="0"/>
        </a:p>
      </dgm:t>
    </dgm:pt>
    <dgm:pt modelId="{3F14D65D-2D5C-46A6-97E3-080B02EC00FB}" type="parTrans" cxnId="{3F9B0AFF-9FB8-497E-815F-270CEFBA5F92}">
      <dgm:prSet/>
      <dgm:spPr/>
      <dgm:t>
        <a:bodyPr/>
        <a:lstStyle/>
        <a:p>
          <a:endParaRPr lang="es-CO"/>
        </a:p>
      </dgm:t>
    </dgm:pt>
    <dgm:pt modelId="{466116B8-ABCA-487E-95E1-BD578B640C94}" type="sibTrans" cxnId="{3F9B0AFF-9FB8-497E-815F-270CEFBA5F92}">
      <dgm:prSet/>
      <dgm:spPr/>
      <dgm:t>
        <a:bodyPr/>
        <a:lstStyle/>
        <a:p>
          <a:endParaRPr lang="es-CO"/>
        </a:p>
      </dgm:t>
    </dgm:pt>
    <dgm:pt modelId="{FFCB7F2C-6AD5-418A-9984-0E5AA9884A6A}">
      <dgm:prSet phldrT="[Texto]" phldr="0"/>
      <dgm:spPr/>
      <dgm:t>
        <a:bodyPr/>
        <a:lstStyle/>
        <a:p>
          <a:r>
            <a:rPr lang="es-CO"/>
            <a:t>Vivero</a:t>
          </a:r>
          <a:endParaRPr lang="es-CO" dirty="0"/>
        </a:p>
      </dgm:t>
    </dgm:pt>
    <dgm:pt modelId="{4041DA2B-D17C-42EB-A3E6-C570F4D6C2EC}" type="parTrans" cxnId="{11CF7E96-A3A6-4FE8-969F-BCBAAFE72DE8}">
      <dgm:prSet/>
      <dgm:spPr/>
      <dgm:t>
        <a:bodyPr/>
        <a:lstStyle/>
        <a:p>
          <a:endParaRPr lang="es-CO"/>
        </a:p>
      </dgm:t>
    </dgm:pt>
    <dgm:pt modelId="{A89165C8-3D9D-4544-874A-D0D91FC39E4D}" type="sibTrans" cxnId="{11CF7E96-A3A6-4FE8-969F-BCBAAFE72DE8}">
      <dgm:prSet/>
      <dgm:spPr/>
      <dgm:t>
        <a:bodyPr/>
        <a:lstStyle/>
        <a:p>
          <a:endParaRPr lang="es-CO"/>
        </a:p>
      </dgm:t>
    </dgm:pt>
    <dgm:pt modelId="{AA68DBA1-FC31-42B7-AC2F-72B39B9B42ED}">
      <dgm:prSet phldrT="[Texto]" phldr="0"/>
      <dgm:spPr/>
      <dgm:t>
        <a:bodyPr/>
        <a:lstStyle/>
        <a:p>
          <a:r>
            <a:rPr lang="es-CO"/>
            <a:t>Selección y llenado de bolsas</a:t>
          </a:r>
          <a:endParaRPr lang="es-CO" dirty="0"/>
        </a:p>
      </dgm:t>
    </dgm:pt>
    <dgm:pt modelId="{4C79935F-9D51-4326-84CE-22AC84752E7C}" type="parTrans" cxnId="{800F4B35-A41D-48DD-AC1C-943ADFFCC236}">
      <dgm:prSet/>
      <dgm:spPr/>
      <dgm:t>
        <a:bodyPr/>
        <a:lstStyle/>
        <a:p>
          <a:endParaRPr lang="es-CO"/>
        </a:p>
      </dgm:t>
    </dgm:pt>
    <dgm:pt modelId="{A3810649-658B-42EC-9547-C111A3A5B17F}" type="sibTrans" cxnId="{800F4B35-A41D-48DD-AC1C-943ADFFCC236}">
      <dgm:prSet/>
      <dgm:spPr/>
      <dgm:t>
        <a:bodyPr/>
        <a:lstStyle/>
        <a:p>
          <a:endParaRPr lang="es-CO"/>
        </a:p>
      </dgm:t>
    </dgm:pt>
    <dgm:pt modelId="{44D3D75E-417A-4286-A753-B7526442E64A}">
      <dgm:prSet phldrT="[Texto]" phldr="0"/>
      <dgm:spPr/>
      <dgm:t>
        <a:bodyPr/>
        <a:lstStyle/>
        <a:p>
          <a:r>
            <a:rPr lang="es-CO"/>
            <a:t>Siembra de las plantas</a:t>
          </a:r>
          <a:endParaRPr lang="es-CO" dirty="0"/>
        </a:p>
      </dgm:t>
    </dgm:pt>
    <dgm:pt modelId="{EA61BFDD-8E86-43DB-90A9-3A22390917A3}" type="parTrans" cxnId="{5DB66573-4D8F-4B77-B8CA-BB550538FE8F}">
      <dgm:prSet/>
      <dgm:spPr/>
      <dgm:t>
        <a:bodyPr/>
        <a:lstStyle/>
        <a:p>
          <a:endParaRPr lang="es-CO"/>
        </a:p>
      </dgm:t>
    </dgm:pt>
    <dgm:pt modelId="{80B1AE12-784D-401D-8782-F19A92C584F2}" type="sibTrans" cxnId="{5DB66573-4D8F-4B77-B8CA-BB550538FE8F}">
      <dgm:prSet/>
      <dgm:spPr/>
      <dgm:t>
        <a:bodyPr/>
        <a:lstStyle/>
        <a:p>
          <a:endParaRPr lang="es-CO"/>
        </a:p>
      </dgm:t>
    </dgm:pt>
    <dgm:pt modelId="{D745BA74-F998-48EF-9348-ECBB52B9EFDB}">
      <dgm:prSet phldrT="[Texto]" phldr="0"/>
      <dgm:spPr/>
      <dgm:t>
        <a:bodyPr/>
        <a:lstStyle/>
        <a:p>
          <a:r>
            <a:rPr lang="es-CO"/>
            <a:t>Desarrollo de las plantas</a:t>
          </a:r>
          <a:endParaRPr lang="es-CO" dirty="0"/>
        </a:p>
      </dgm:t>
    </dgm:pt>
    <dgm:pt modelId="{DA5E8D2E-30D8-40A3-ADD0-0FC49D7A09AA}" type="parTrans" cxnId="{F6313011-BCB0-4BE6-8C4D-E1CF40A4D7D1}">
      <dgm:prSet/>
      <dgm:spPr/>
      <dgm:t>
        <a:bodyPr/>
        <a:lstStyle/>
        <a:p>
          <a:endParaRPr lang="es-CO"/>
        </a:p>
      </dgm:t>
    </dgm:pt>
    <dgm:pt modelId="{0333AD7B-A642-4CA6-A30E-16EDE7B62A07}" type="sibTrans" cxnId="{F6313011-BCB0-4BE6-8C4D-E1CF40A4D7D1}">
      <dgm:prSet/>
      <dgm:spPr/>
      <dgm:t>
        <a:bodyPr/>
        <a:lstStyle/>
        <a:p>
          <a:endParaRPr lang="es-CO"/>
        </a:p>
      </dgm:t>
    </dgm:pt>
    <dgm:pt modelId="{63A2FD4E-DF53-4CB9-9C2F-0763390DC397}">
      <dgm:prSet phldrT="[Texto]" phldr="0"/>
      <dgm:spPr/>
      <dgm:t>
        <a:bodyPr/>
        <a:lstStyle/>
        <a:p>
          <a:r>
            <a:rPr lang="es-CO"/>
            <a:t>Selección en vivero</a:t>
          </a:r>
          <a:endParaRPr lang="es-CO" dirty="0"/>
        </a:p>
      </dgm:t>
    </dgm:pt>
    <dgm:pt modelId="{08612D1E-BE26-48A9-93B7-698CF25026D3}" type="parTrans" cxnId="{0A5F549D-393F-4F2D-A835-24C0EC98D283}">
      <dgm:prSet/>
      <dgm:spPr/>
      <dgm:t>
        <a:bodyPr/>
        <a:lstStyle/>
        <a:p>
          <a:endParaRPr lang="es-CO"/>
        </a:p>
      </dgm:t>
    </dgm:pt>
    <dgm:pt modelId="{3E41E4D8-9185-4D2A-9D65-D06D75A28A76}" type="sibTrans" cxnId="{0A5F549D-393F-4F2D-A835-24C0EC98D283}">
      <dgm:prSet/>
      <dgm:spPr/>
      <dgm:t>
        <a:bodyPr/>
        <a:lstStyle/>
        <a:p>
          <a:endParaRPr lang="es-CO"/>
        </a:p>
      </dgm:t>
    </dgm:pt>
    <dgm:pt modelId="{E2AB6375-FFA4-464E-990A-72025EFF7D0D}">
      <dgm:prSet phldrT="[Texto]" phldr="0"/>
      <dgm:spPr/>
      <dgm:t>
        <a:bodyPr/>
        <a:lstStyle/>
        <a:p>
          <a:r>
            <a:rPr lang="es-CO"/>
            <a:t>Control de malezas, plagas y enfermedades</a:t>
          </a:r>
          <a:endParaRPr lang="es-CO" dirty="0"/>
        </a:p>
      </dgm:t>
    </dgm:pt>
    <dgm:pt modelId="{0560018E-E17A-4C5E-9140-B75D5ECAED10}" type="parTrans" cxnId="{2F2E4D7B-8D2C-4535-9E93-D4CEDB7AED64}">
      <dgm:prSet/>
      <dgm:spPr/>
      <dgm:t>
        <a:bodyPr/>
        <a:lstStyle/>
        <a:p>
          <a:endParaRPr lang="es-CO"/>
        </a:p>
      </dgm:t>
    </dgm:pt>
    <dgm:pt modelId="{09026E90-3CC2-4D26-97C6-651F8D1F9CAD}" type="sibTrans" cxnId="{2F2E4D7B-8D2C-4535-9E93-D4CEDB7AED64}">
      <dgm:prSet/>
      <dgm:spPr/>
      <dgm:t>
        <a:bodyPr/>
        <a:lstStyle/>
        <a:p>
          <a:endParaRPr lang="es-CO"/>
        </a:p>
      </dgm:t>
    </dgm:pt>
    <dgm:pt modelId="{351CAA09-2408-482D-80B7-0C030E8F5762}">
      <dgm:prSet phldrT="[Texto]" phldr="0"/>
      <dgm:spPr/>
      <dgm:t>
        <a:bodyPr/>
        <a:lstStyle/>
        <a:p>
          <a:r>
            <a:rPr lang="es-CO"/>
            <a:t>Fertilización</a:t>
          </a:r>
          <a:endParaRPr lang="es-CO" dirty="0"/>
        </a:p>
      </dgm:t>
    </dgm:pt>
    <dgm:pt modelId="{DCFD4730-80A5-4877-A32E-6376C1182520}" type="parTrans" cxnId="{AA854D8E-AEFE-4D17-851D-C639BBA3C08C}">
      <dgm:prSet/>
      <dgm:spPr/>
      <dgm:t>
        <a:bodyPr/>
        <a:lstStyle/>
        <a:p>
          <a:endParaRPr lang="es-CO"/>
        </a:p>
      </dgm:t>
    </dgm:pt>
    <dgm:pt modelId="{4DA5B105-D58D-40D3-AC8B-F362B967007E}" type="sibTrans" cxnId="{AA854D8E-AEFE-4D17-851D-C639BBA3C08C}">
      <dgm:prSet/>
      <dgm:spPr/>
      <dgm:t>
        <a:bodyPr/>
        <a:lstStyle/>
        <a:p>
          <a:endParaRPr lang="es-CO"/>
        </a:p>
      </dgm:t>
    </dgm:pt>
    <dgm:pt modelId="{DEF234FC-95E1-45D1-8ABD-AA323D043E80}">
      <dgm:prSet phldrT="[Texto]" phldr="0"/>
      <dgm:spPr/>
      <dgm:t>
        <a:bodyPr/>
        <a:lstStyle/>
        <a:p>
          <a:r>
            <a:rPr lang="es-CO"/>
            <a:t>Riego</a:t>
          </a:r>
          <a:endParaRPr lang="es-CO" dirty="0"/>
        </a:p>
      </dgm:t>
    </dgm:pt>
    <dgm:pt modelId="{4020D5EB-B114-415A-95A6-5915E312F11F}" type="parTrans" cxnId="{3D9AB513-0D65-47AC-8C82-01191006D3DA}">
      <dgm:prSet/>
      <dgm:spPr/>
      <dgm:t>
        <a:bodyPr/>
        <a:lstStyle/>
        <a:p>
          <a:endParaRPr lang="es-CO"/>
        </a:p>
      </dgm:t>
    </dgm:pt>
    <dgm:pt modelId="{04A286AF-FAC8-4178-A511-D1F0B9D6B6A5}" type="sibTrans" cxnId="{3D9AB513-0D65-47AC-8C82-01191006D3DA}">
      <dgm:prSet/>
      <dgm:spPr/>
      <dgm:t>
        <a:bodyPr/>
        <a:lstStyle/>
        <a:p>
          <a:endParaRPr lang="es-CO"/>
        </a:p>
      </dgm:t>
    </dgm:pt>
    <dgm:pt modelId="{1580D369-41EC-4AF2-8151-FF941B11E73E}">
      <dgm:prSet phldrT="[Texto]" phldr="0"/>
      <dgm:spPr/>
      <dgm:t>
        <a:bodyPr/>
        <a:lstStyle/>
        <a:p>
          <a:r>
            <a:rPr lang="es-CO"/>
            <a:t>Diseño de la planeación</a:t>
          </a:r>
          <a:endParaRPr lang="es-CO" dirty="0"/>
        </a:p>
      </dgm:t>
    </dgm:pt>
    <dgm:pt modelId="{CDBAAE44-F6B4-4EE2-B77E-9E5AB1A7F009}" type="parTrans" cxnId="{DA34BE36-23E0-4074-A020-85DFCE881A0E}">
      <dgm:prSet/>
      <dgm:spPr/>
      <dgm:t>
        <a:bodyPr/>
        <a:lstStyle/>
        <a:p>
          <a:endParaRPr lang="es-CO"/>
        </a:p>
      </dgm:t>
    </dgm:pt>
    <dgm:pt modelId="{540E4CF1-23F2-4BD4-A9BD-FDD577A7C3FF}" type="sibTrans" cxnId="{DA34BE36-23E0-4074-A020-85DFCE881A0E}">
      <dgm:prSet/>
      <dgm:spPr/>
      <dgm:t>
        <a:bodyPr/>
        <a:lstStyle/>
        <a:p>
          <a:endParaRPr lang="es-CO"/>
        </a:p>
      </dgm:t>
    </dgm:pt>
    <dgm:pt modelId="{13928332-6699-4125-A9B7-13CE3BC80A46}">
      <dgm:prSet phldrT="[Texto]" phldr="0"/>
      <dgm:spPr/>
      <dgm:t>
        <a:bodyPr/>
        <a:lstStyle/>
        <a:p>
          <a:r>
            <a:rPr lang="es-CO" dirty="0"/>
            <a:t>Labores de preparación de suelo</a:t>
          </a:r>
        </a:p>
      </dgm:t>
    </dgm:pt>
    <dgm:pt modelId="{936A35DF-79E5-4444-A2D5-64343421F3DB}" type="parTrans" cxnId="{C610EC01-DB55-4CED-8AB0-882673CFB6DC}">
      <dgm:prSet/>
      <dgm:spPr/>
      <dgm:t>
        <a:bodyPr/>
        <a:lstStyle/>
        <a:p>
          <a:endParaRPr lang="es-CO"/>
        </a:p>
      </dgm:t>
    </dgm:pt>
    <dgm:pt modelId="{10DE8A3D-D3A9-4F65-AE94-1488859B631C}" type="sibTrans" cxnId="{C610EC01-DB55-4CED-8AB0-882673CFB6DC}">
      <dgm:prSet/>
      <dgm:spPr/>
      <dgm:t>
        <a:bodyPr/>
        <a:lstStyle/>
        <a:p>
          <a:endParaRPr lang="es-CO"/>
        </a:p>
      </dgm:t>
    </dgm:pt>
    <dgm:pt modelId="{0A22B41E-3D74-4A41-8C9C-6037D88E44C8}">
      <dgm:prSet phldrT="[Texto]" phldr="0"/>
      <dgm:spPr/>
      <dgm:t>
        <a:bodyPr/>
        <a:lstStyle/>
        <a:p>
          <a:r>
            <a:rPr lang="es-CO" dirty="0"/>
            <a:t>Trazado de la plantación</a:t>
          </a:r>
        </a:p>
      </dgm:t>
    </dgm:pt>
    <dgm:pt modelId="{DC4B229B-5C6C-4E78-A0F7-B6D6FA8AE44E}" type="parTrans" cxnId="{09ABFC0E-6F88-427F-AD8D-52BAEC093F5A}">
      <dgm:prSet/>
      <dgm:spPr/>
      <dgm:t>
        <a:bodyPr/>
        <a:lstStyle/>
        <a:p>
          <a:endParaRPr lang="es-CO"/>
        </a:p>
      </dgm:t>
    </dgm:pt>
    <dgm:pt modelId="{1727EC15-6F8A-49BA-B3CE-25B07306B466}" type="sibTrans" cxnId="{09ABFC0E-6F88-427F-AD8D-52BAEC093F5A}">
      <dgm:prSet/>
      <dgm:spPr/>
      <dgm:t>
        <a:bodyPr/>
        <a:lstStyle/>
        <a:p>
          <a:endParaRPr lang="es-CO"/>
        </a:p>
      </dgm:t>
    </dgm:pt>
    <dgm:pt modelId="{C0CB42DD-7BB3-4673-8D1A-F97CB3E158F0}">
      <dgm:prSet phldrT="[Texto]" phldr="0"/>
      <dgm:spPr/>
      <dgm:t>
        <a:bodyPr/>
        <a:lstStyle/>
        <a:p>
          <a:r>
            <a:rPr lang="es-CO" dirty="0"/>
            <a:t>Establecimiento de coberturas </a:t>
          </a:r>
          <a:r>
            <a:rPr lang="es-CO" dirty="0" err="1"/>
            <a:t>vevetales</a:t>
          </a:r>
          <a:endParaRPr lang="es-CO" dirty="0"/>
        </a:p>
      </dgm:t>
    </dgm:pt>
    <dgm:pt modelId="{E1211407-A392-48BD-B561-3363CED504AA}" type="parTrans" cxnId="{FD33A5EA-6659-4D8B-8611-17606403E428}">
      <dgm:prSet/>
      <dgm:spPr/>
      <dgm:t>
        <a:bodyPr/>
        <a:lstStyle/>
        <a:p>
          <a:endParaRPr lang="es-CO"/>
        </a:p>
      </dgm:t>
    </dgm:pt>
    <dgm:pt modelId="{53C0B474-8BD6-42E6-B9DF-D450CAE7CFDB}" type="sibTrans" cxnId="{FD33A5EA-6659-4D8B-8611-17606403E428}">
      <dgm:prSet/>
      <dgm:spPr/>
      <dgm:t>
        <a:bodyPr/>
        <a:lstStyle/>
        <a:p>
          <a:endParaRPr lang="es-CO"/>
        </a:p>
      </dgm:t>
    </dgm:pt>
    <dgm:pt modelId="{0FF2625F-FE46-4774-BC51-E840CF1EBE8C}">
      <dgm:prSet phldrT="[Texto]" phldr="0"/>
      <dgm:spPr/>
      <dgm:t>
        <a:bodyPr/>
        <a:lstStyle/>
        <a:p>
          <a:r>
            <a:rPr lang="es-CO" dirty="0"/>
            <a:t>Siembra de plantas en sitio definitivo</a:t>
          </a:r>
        </a:p>
      </dgm:t>
    </dgm:pt>
    <dgm:pt modelId="{0D5121D7-851B-46C8-8776-EE6AE182DA2F}" type="parTrans" cxnId="{C0EA7BB4-D657-43AF-96A7-7C9ACEDE4778}">
      <dgm:prSet/>
      <dgm:spPr/>
      <dgm:t>
        <a:bodyPr/>
        <a:lstStyle/>
        <a:p>
          <a:endParaRPr lang="es-CO"/>
        </a:p>
      </dgm:t>
    </dgm:pt>
    <dgm:pt modelId="{09F81993-E053-469D-9BEF-4A4FD7751AE2}" type="sibTrans" cxnId="{C0EA7BB4-D657-43AF-96A7-7C9ACEDE4778}">
      <dgm:prSet/>
      <dgm:spPr/>
      <dgm:t>
        <a:bodyPr/>
        <a:lstStyle/>
        <a:p>
          <a:endParaRPr lang="es-CO"/>
        </a:p>
      </dgm:t>
    </dgm:pt>
    <dgm:pt modelId="{23090C67-1223-4EC4-8D20-37934DC42278}">
      <dgm:prSet phldrT="[Texto]" phldr="0"/>
      <dgm:spPr/>
      <dgm:t>
        <a:bodyPr/>
        <a:lstStyle/>
        <a:p>
          <a:r>
            <a:rPr lang="es-CO"/>
            <a:t>Limpieza</a:t>
          </a:r>
          <a:endParaRPr lang="es-CO" dirty="0"/>
        </a:p>
      </dgm:t>
    </dgm:pt>
    <dgm:pt modelId="{388C6769-9306-4BA2-ABCC-645C02F0F4F0}" type="parTrans" cxnId="{1E063E74-45FA-4D94-B661-7B380B29E04D}">
      <dgm:prSet/>
      <dgm:spPr/>
      <dgm:t>
        <a:bodyPr/>
        <a:lstStyle/>
        <a:p>
          <a:endParaRPr lang="es-CO"/>
        </a:p>
      </dgm:t>
    </dgm:pt>
    <dgm:pt modelId="{4D976496-F0C9-4522-B2BE-60D80F5F2546}" type="sibTrans" cxnId="{1E063E74-45FA-4D94-B661-7B380B29E04D}">
      <dgm:prSet/>
      <dgm:spPr/>
      <dgm:t>
        <a:bodyPr/>
        <a:lstStyle/>
        <a:p>
          <a:endParaRPr lang="es-CO"/>
        </a:p>
      </dgm:t>
    </dgm:pt>
    <dgm:pt modelId="{0BF6F5A0-3D3B-41D9-84C2-0863E50E3C46}">
      <dgm:prSet phldrT="[Texto]" phldr="0"/>
      <dgm:spPr/>
      <dgm:t>
        <a:bodyPr/>
        <a:lstStyle/>
        <a:p>
          <a:r>
            <a:rPr lang="es-CO"/>
            <a:t>Labranza</a:t>
          </a:r>
          <a:endParaRPr lang="es-CO" dirty="0"/>
        </a:p>
      </dgm:t>
    </dgm:pt>
    <dgm:pt modelId="{2353A8A1-EFEE-4C7B-80AB-9DA8712C24F1}" type="parTrans" cxnId="{49A87100-B3EA-4499-BAAC-4513E69E7E20}">
      <dgm:prSet/>
      <dgm:spPr/>
      <dgm:t>
        <a:bodyPr/>
        <a:lstStyle/>
        <a:p>
          <a:endParaRPr lang="es-CO"/>
        </a:p>
      </dgm:t>
    </dgm:pt>
    <dgm:pt modelId="{F2008465-8918-498B-A361-D4FD2F44CB2C}" type="sibTrans" cxnId="{49A87100-B3EA-4499-BAAC-4513E69E7E20}">
      <dgm:prSet/>
      <dgm:spPr/>
      <dgm:t>
        <a:bodyPr/>
        <a:lstStyle/>
        <a:p>
          <a:endParaRPr lang="es-CO"/>
        </a:p>
      </dgm:t>
    </dgm:pt>
    <dgm:pt modelId="{BA175541-1377-4F92-B560-423C312DED49}">
      <dgm:prSet phldrT="[Texto]" phldr="0"/>
      <dgm:spPr/>
      <dgm:t>
        <a:bodyPr/>
        <a:lstStyle/>
        <a:p>
          <a:r>
            <a:rPr lang="es-CO"/>
            <a:t>Verificación y preparación</a:t>
          </a:r>
          <a:endParaRPr lang="es-CO" dirty="0"/>
        </a:p>
      </dgm:t>
    </dgm:pt>
    <dgm:pt modelId="{9FCDA867-206B-431F-B5CE-FDB518CA9C05}" type="parTrans" cxnId="{1C7D65A8-E20F-40B4-8DEA-E6456F4C1D3D}">
      <dgm:prSet/>
      <dgm:spPr/>
      <dgm:t>
        <a:bodyPr/>
        <a:lstStyle/>
        <a:p>
          <a:endParaRPr lang="es-CO"/>
        </a:p>
      </dgm:t>
    </dgm:pt>
    <dgm:pt modelId="{A3011453-5D72-4056-BCE7-A63769F4CB16}" type="sibTrans" cxnId="{1C7D65A8-E20F-40B4-8DEA-E6456F4C1D3D}">
      <dgm:prSet/>
      <dgm:spPr/>
      <dgm:t>
        <a:bodyPr/>
        <a:lstStyle/>
        <a:p>
          <a:endParaRPr lang="es-CO"/>
        </a:p>
      </dgm:t>
    </dgm:pt>
    <dgm:pt modelId="{D8DBCB74-E742-419D-A49C-9B38CDB43D3F}">
      <dgm:prSet phldrT="[Texto]" phldr="0"/>
      <dgm:spPr/>
      <dgm:t>
        <a:bodyPr/>
        <a:lstStyle/>
        <a:p>
          <a:r>
            <a:rPr lang="es-CO"/>
            <a:t>Demarcación del lote</a:t>
          </a:r>
          <a:endParaRPr lang="es-CO" dirty="0"/>
        </a:p>
      </dgm:t>
    </dgm:pt>
    <dgm:pt modelId="{105515F5-D839-4C1E-B16C-777298E06929}" type="parTrans" cxnId="{A17F9FBE-B004-4703-896A-BED1E1F795B9}">
      <dgm:prSet/>
      <dgm:spPr/>
      <dgm:t>
        <a:bodyPr/>
        <a:lstStyle/>
        <a:p>
          <a:endParaRPr lang="es-CO"/>
        </a:p>
      </dgm:t>
    </dgm:pt>
    <dgm:pt modelId="{315C04D3-DC90-41BF-B34B-5D9A436D84A6}" type="sibTrans" cxnId="{A17F9FBE-B004-4703-896A-BED1E1F795B9}">
      <dgm:prSet/>
      <dgm:spPr/>
      <dgm:t>
        <a:bodyPr/>
        <a:lstStyle/>
        <a:p>
          <a:endParaRPr lang="es-CO"/>
        </a:p>
      </dgm:t>
    </dgm:pt>
    <dgm:pt modelId="{CCF7C459-787B-49DB-94DA-358D54BF33C5}">
      <dgm:prSet phldrT="[Texto]" phldr="0"/>
      <dgm:spPr/>
      <dgm:t>
        <a:bodyPr/>
        <a:lstStyle/>
        <a:p>
          <a:r>
            <a:rPr lang="es-CO" dirty="0"/>
            <a:t>Materiales requeridos</a:t>
          </a:r>
        </a:p>
      </dgm:t>
    </dgm:pt>
    <dgm:pt modelId="{7354768F-F1A2-46E6-94C0-A0F2995C675F}" type="parTrans" cxnId="{5FCF5F40-5940-4894-8E5B-38B98D60760C}">
      <dgm:prSet/>
      <dgm:spPr/>
      <dgm:t>
        <a:bodyPr/>
        <a:lstStyle/>
        <a:p>
          <a:endParaRPr lang="es-CO"/>
        </a:p>
      </dgm:t>
    </dgm:pt>
    <dgm:pt modelId="{FDFDA9C3-4B09-48EA-BD92-C7747D31D5A9}" type="sibTrans" cxnId="{5FCF5F40-5940-4894-8E5B-38B98D60760C}">
      <dgm:prSet/>
      <dgm:spPr/>
      <dgm:t>
        <a:bodyPr/>
        <a:lstStyle/>
        <a:p>
          <a:endParaRPr lang="es-CO"/>
        </a:p>
      </dgm:t>
    </dgm:pt>
    <dgm:pt modelId="{B492BE4B-E7C3-4D64-B31F-A330AC7DCD8F}">
      <dgm:prSet phldrT="[Texto]" phldr="0"/>
      <dgm:spPr/>
      <dgm:t>
        <a:bodyPr/>
        <a:lstStyle/>
        <a:p>
          <a:r>
            <a:rPr lang="es-CO" dirty="0"/>
            <a:t>Elementos de protección personal</a:t>
          </a:r>
        </a:p>
      </dgm:t>
    </dgm:pt>
    <dgm:pt modelId="{552D8A64-5A6E-42E5-AF1A-AE436684441C}" type="parTrans" cxnId="{4D64388F-06D4-4917-803B-C2EF6F17B849}">
      <dgm:prSet/>
      <dgm:spPr/>
      <dgm:t>
        <a:bodyPr/>
        <a:lstStyle/>
        <a:p>
          <a:endParaRPr lang="es-CO"/>
        </a:p>
      </dgm:t>
    </dgm:pt>
    <dgm:pt modelId="{F8EED037-C1B9-40C2-A15B-319798515945}" type="sibTrans" cxnId="{4D64388F-06D4-4917-803B-C2EF6F17B849}">
      <dgm:prSet/>
      <dgm:spPr/>
      <dgm:t>
        <a:bodyPr/>
        <a:lstStyle/>
        <a:p>
          <a:endParaRPr lang="es-CO"/>
        </a:p>
      </dgm:t>
    </dgm:pt>
    <dgm:pt modelId="{63937627-8CC5-4F0D-8FC1-F5356D156656}">
      <dgm:prSet phldrT="[Texto]" phldr="0"/>
      <dgm:spPr/>
      <dgm:t>
        <a:bodyPr/>
        <a:lstStyle/>
        <a:p>
          <a:r>
            <a:rPr lang="es-CO"/>
            <a:t>Sistema de siembra y distancias</a:t>
          </a:r>
          <a:endParaRPr lang="es-CO" dirty="0"/>
        </a:p>
      </dgm:t>
    </dgm:pt>
    <dgm:pt modelId="{D1E5E666-C0E8-4A0C-B5F8-07D262796467}" type="parTrans" cxnId="{3A4EE601-77EF-4FBB-B309-BFEFDAA6786F}">
      <dgm:prSet/>
      <dgm:spPr/>
      <dgm:t>
        <a:bodyPr/>
        <a:lstStyle/>
        <a:p>
          <a:endParaRPr lang="es-CO"/>
        </a:p>
      </dgm:t>
    </dgm:pt>
    <dgm:pt modelId="{9503BCFD-C4F0-4FD5-9E58-89C94BA41458}" type="sibTrans" cxnId="{3A4EE601-77EF-4FBB-B309-BFEFDAA6786F}">
      <dgm:prSet/>
      <dgm:spPr/>
      <dgm:t>
        <a:bodyPr/>
        <a:lstStyle/>
        <a:p>
          <a:endParaRPr lang="es-CO"/>
        </a:p>
      </dgm:t>
    </dgm:pt>
    <dgm:pt modelId="{F53C07DB-A05D-450C-BF96-F3B73A066426}">
      <dgm:prSet phldrT="[Texto]" phldr="0"/>
      <dgm:spPr/>
      <dgm:t>
        <a:bodyPr/>
        <a:lstStyle/>
        <a:p>
          <a:r>
            <a:rPr lang="es-CO" dirty="0"/>
            <a:t>Trazado y triangulación</a:t>
          </a:r>
        </a:p>
      </dgm:t>
    </dgm:pt>
    <dgm:pt modelId="{4D5F9565-C36B-441B-BE53-4871C7C2779E}" type="parTrans" cxnId="{5050D8E2-8C17-467C-B6B4-3329441EF9FB}">
      <dgm:prSet/>
      <dgm:spPr/>
      <dgm:t>
        <a:bodyPr/>
        <a:lstStyle/>
        <a:p>
          <a:endParaRPr lang="es-CO"/>
        </a:p>
      </dgm:t>
    </dgm:pt>
    <dgm:pt modelId="{84459409-53BA-4B92-8F92-CE210C59D5DD}" type="sibTrans" cxnId="{5050D8E2-8C17-467C-B6B4-3329441EF9FB}">
      <dgm:prSet/>
      <dgm:spPr/>
      <dgm:t>
        <a:bodyPr/>
        <a:lstStyle/>
        <a:p>
          <a:endParaRPr lang="es-CO"/>
        </a:p>
      </dgm:t>
    </dgm:pt>
    <dgm:pt modelId="{5F1E15F5-A612-4AFA-8EB4-4EE9BC9C1014}">
      <dgm:prSet phldrT="[Texto]" phldr="0"/>
      <dgm:spPr/>
      <dgm:t>
        <a:bodyPr/>
        <a:lstStyle/>
        <a:p>
          <a:r>
            <a:rPr lang="es-CO"/>
            <a:t>Verificación final del trazado</a:t>
          </a:r>
          <a:endParaRPr lang="es-CO" dirty="0"/>
        </a:p>
      </dgm:t>
    </dgm:pt>
    <dgm:pt modelId="{3FF95883-C7CE-4943-BA20-B7653C030D93}" type="parTrans" cxnId="{CB527D4A-2467-4AD5-9725-F10E281264BD}">
      <dgm:prSet/>
      <dgm:spPr/>
      <dgm:t>
        <a:bodyPr/>
        <a:lstStyle/>
        <a:p>
          <a:endParaRPr lang="es-CO"/>
        </a:p>
      </dgm:t>
    </dgm:pt>
    <dgm:pt modelId="{4B8BD435-B1A8-41C6-8230-53FF4E76BA19}" type="sibTrans" cxnId="{CB527D4A-2467-4AD5-9725-F10E281264BD}">
      <dgm:prSet/>
      <dgm:spPr/>
      <dgm:t>
        <a:bodyPr/>
        <a:lstStyle/>
        <a:p>
          <a:endParaRPr lang="es-CO"/>
        </a:p>
      </dgm:t>
    </dgm:pt>
    <dgm:pt modelId="{DDBC2FF0-405C-424D-8B44-31D539C4927B}">
      <dgm:prSet phldrT="[Texto]" phldr="0"/>
      <dgm:spPr/>
      <dgm:t>
        <a:bodyPr/>
        <a:lstStyle/>
        <a:p>
          <a:r>
            <a:rPr lang="es-CO" dirty="0"/>
            <a:t>Rastreras</a:t>
          </a:r>
        </a:p>
      </dgm:t>
    </dgm:pt>
    <dgm:pt modelId="{8109B0C9-B4E5-428B-B4CF-9830C403E792}" type="parTrans" cxnId="{9EA23671-4F92-445C-83E9-3F484056D411}">
      <dgm:prSet/>
      <dgm:spPr/>
      <dgm:t>
        <a:bodyPr/>
        <a:lstStyle/>
        <a:p>
          <a:endParaRPr lang="es-CO"/>
        </a:p>
      </dgm:t>
    </dgm:pt>
    <dgm:pt modelId="{1219EB9D-D1B1-4071-AEBB-2CF76193ACB4}" type="sibTrans" cxnId="{9EA23671-4F92-445C-83E9-3F484056D411}">
      <dgm:prSet/>
      <dgm:spPr/>
      <dgm:t>
        <a:bodyPr/>
        <a:lstStyle/>
        <a:p>
          <a:endParaRPr lang="es-CO"/>
        </a:p>
      </dgm:t>
    </dgm:pt>
    <dgm:pt modelId="{014749DB-B6D8-4C5D-A2F8-89C102355B01}">
      <dgm:prSet phldrT="[Texto]" phldr="0"/>
      <dgm:spPr/>
      <dgm:t>
        <a:bodyPr/>
        <a:lstStyle/>
        <a:p>
          <a:r>
            <a:rPr lang="es-CO" dirty="0" err="1"/>
            <a:t>Semi-arbustivas</a:t>
          </a:r>
          <a:endParaRPr lang="es-CO" dirty="0"/>
        </a:p>
      </dgm:t>
    </dgm:pt>
    <dgm:pt modelId="{1D55CD27-ECF5-4614-A926-E7908A731417}" type="parTrans" cxnId="{4ADE7FC4-E673-4B60-8A9F-0B5444995F1E}">
      <dgm:prSet/>
      <dgm:spPr/>
      <dgm:t>
        <a:bodyPr/>
        <a:lstStyle/>
        <a:p>
          <a:endParaRPr lang="es-CO"/>
        </a:p>
      </dgm:t>
    </dgm:pt>
    <dgm:pt modelId="{19FF9027-E0FA-40DD-B065-2692CDF90A26}" type="sibTrans" cxnId="{4ADE7FC4-E673-4B60-8A9F-0B5444995F1E}">
      <dgm:prSet/>
      <dgm:spPr/>
      <dgm:t>
        <a:bodyPr/>
        <a:lstStyle/>
        <a:p>
          <a:endParaRPr lang="es-CO"/>
        </a:p>
      </dgm:t>
    </dgm:pt>
    <dgm:pt modelId="{EAB6FA39-00F9-4105-B9D8-FC912B1F0443}">
      <dgm:prSet phldrT="[Texto]" phldr="0"/>
      <dgm:spPr/>
      <dgm:t>
        <a:bodyPr/>
        <a:lstStyle/>
        <a:p>
          <a:r>
            <a:rPr lang="es-CO" dirty="0"/>
            <a:t>Árboles y arbustos</a:t>
          </a:r>
        </a:p>
      </dgm:t>
    </dgm:pt>
    <dgm:pt modelId="{F84CEA2A-AC49-45E4-AA78-3C3C377381A0}" type="parTrans" cxnId="{191BBCE9-FBC9-49E8-91CA-77323BEB0233}">
      <dgm:prSet/>
      <dgm:spPr/>
      <dgm:t>
        <a:bodyPr/>
        <a:lstStyle/>
        <a:p>
          <a:endParaRPr lang="es-CO"/>
        </a:p>
      </dgm:t>
    </dgm:pt>
    <dgm:pt modelId="{0D531796-F5BC-4F36-9638-083F4AB9857F}" type="sibTrans" cxnId="{191BBCE9-FBC9-49E8-91CA-77323BEB0233}">
      <dgm:prSet/>
      <dgm:spPr/>
      <dgm:t>
        <a:bodyPr/>
        <a:lstStyle/>
        <a:p>
          <a:endParaRPr lang="es-CO"/>
        </a:p>
      </dgm:t>
    </dgm:pt>
    <dgm:pt modelId="{3AFA6617-4429-42D1-A9FB-C520F622D8D9}">
      <dgm:prSet phldrT="[Texto]" phldr="0"/>
      <dgm:spPr/>
      <dgm:t>
        <a:bodyPr/>
        <a:lstStyle/>
        <a:p>
          <a:r>
            <a:rPr lang="es-CO"/>
            <a:t>Alistamiento en vivero</a:t>
          </a:r>
          <a:endParaRPr lang="es-CO" dirty="0"/>
        </a:p>
      </dgm:t>
    </dgm:pt>
    <dgm:pt modelId="{D2E6CC17-1B3E-4157-8278-C6DA3057FD96}" type="parTrans" cxnId="{82F76FCF-BF69-4835-AA0A-81E77811F868}">
      <dgm:prSet/>
      <dgm:spPr/>
      <dgm:t>
        <a:bodyPr/>
        <a:lstStyle/>
        <a:p>
          <a:endParaRPr lang="es-CO"/>
        </a:p>
      </dgm:t>
    </dgm:pt>
    <dgm:pt modelId="{820A43A9-7E9D-47D2-883E-57EB26D4C2CF}" type="sibTrans" cxnId="{82F76FCF-BF69-4835-AA0A-81E77811F868}">
      <dgm:prSet/>
      <dgm:spPr/>
      <dgm:t>
        <a:bodyPr/>
        <a:lstStyle/>
        <a:p>
          <a:endParaRPr lang="es-CO"/>
        </a:p>
      </dgm:t>
    </dgm:pt>
    <dgm:pt modelId="{C9EED7F6-E4BF-4B53-9512-136E06869EB6}">
      <dgm:prSet phldrT="[Texto]" phldr="0"/>
      <dgm:spPr/>
      <dgm:t>
        <a:bodyPr/>
        <a:lstStyle/>
        <a:p>
          <a:r>
            <a:rPr lang="es-CO"/>
            <a:t>Transporte</a:t>
          </a:r>
          <a:endParaRPr lang="es-CO" dirty="0"/>
        </a:p>
      </dgm:t>
    </dgm:pt>
    <dgm:pt modelId="{03CFE66F-5FDF-4085-99D6-5991D5B7EDD9}" type="parTrans" cxnId="{D054472D-D264-4B6A-8282-819840092222}">
      <dgm:prSet/>
      <dgm:spPr/>
      <dgm:t>
        <a:bodyPr/>
        <a:lstStyle/>
        <a:p>
          <a:endParaRPr lang="es-CO"/>
        </a:p>
      </dgm:t>
    </dgm:pt>
    <dgm:pt modelId="{8E6A87AE-AC6C-47C1-AFC6-C583D989B175}" type="sibTrans" cxnId="{D054472D-D264-4B6A-8282-819840092222}">
      <dgm:prSet/>
      <dgm:spPr/>
      <dgm:t>
        <a:bodyPr/>
        <a:lstStyle/>
        <a:p>
          <a:endParaRPr lang="es-CO"/>
        </a:p>
      </dgm:t>
    </dgm:pt>
    <dgm:pt modelId="{868523C5-1650-445D-A1CB-2D562482CA9E}">
      <dgm:prSet phldrT="[Texto]" phldr="0"/>
      <dgm:spPr/>
      <dgm:t>
        <a:bodyPr/>
        <a:lstStyle/>
        <a:p>
          <a:r>
            <a:rPr lang="es-CO"/>
            <a:t>Trasplante</a:t>
          </a:r>
          <a:endParaRPr lang="es-CO" dirty="0"/>
        </a:p>
      </dgm:t>
    </dgm:pt>
    <dgm:pt modelId="{71941F97-7C7C-4EA2-B404-7BEBDD8E362D}" type="parTrans" cxnId="{59D7C5FB-11E6-48A1-A904-7F511DB83591}">
      <dgm:prSet/>
      <dgm:spPr/>
      <dgm:t>
        <a:bodyPr/>
        <a:lstStyle/>
        <a:p>
          <a:endParaRPr lang="es-CO"/>
        </a:p>
      </dgm:t>
    </dgm:pt>
    <dgm:pt modelId="{9F79511A-EBA7-481C-8890-3D16563B25D7}" type="sibTrans" cxnId="{59D7C5FB-11E6-48A1-A904-7F511DB83591}">
      <dgm:prSet/>
      <dgm:spPr/>
      <dgm:t>
        <a:bodyPr/>
        <a:lstStyle/>
        <a:p>
          <a:endParaRPr lang="es-CO"/>
        </a:p>
      </dgm:t>
    </dgm:pt>
    <dgm:pt modelId="{742E6001-FCFA-4A2D-96F0-58AE3726EA88}" type="pres">
      <dgm:prSet presAssocID="{34589123-EF3A-43AC-817D-FF887FDF57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101365E-6460-4885-8C66-2EF162FA2B06}" type="pres">
      <dgm:prSet presAssocID="{2A17D5E9-98B1-4ED6-8DBA-0F015F00A7C4}" presName="hierRoot1" presStyleCnt="0">
        <dgm:presLayoutVars>
          <dgm:hierBranch val="init"/>
        </dgm:presLayoutVars>
      </dgm:prSet>
      <dgm:spPr/>
    </dgm:pt>
    <dgm:pt modelId="{B560004D-5E70-4D65-B4B1-2479E63ED6C2}" type="pres">
      <dgm:prSet presAssocID="{2A17D5E9-98B1-4ED6-8DBA-0F015F00A7C4}" presName="rootComposite1" presStyleCnt="0"/>
      <dgm:spPr/>
    </dgm:pt>
    <dgm:pt modelId="{DE04C7DA-5D3F-440F-9204-8638D146D7FC}" type="pres">
      <dgm:prSet presAssocID="{2A17D5E9-98B1-4ED6-8DBA-0F015F00A7C4}" presName="rootText1" presStyleLbl="node0" presStyleIdx="0" presStyleCnt="1">
        <dgm:presLayoutVars>
          <dgm:chPref val="3"/>
        </dgm:presLayoutVars>
      </dgm:prSet>
      <dgm:spPr/>
    </dgm:pt>
    <dgm:pt modelId="{6BB5A4B3-787F-4739-B0D4-D73060E74A37}" type="pres">
      <dgm:prSet presAssocID="{2A17D5E9-98B1-4ED6-8DBA-0F015F00A7C4}" presName="rootConnector1" presStyleLbl="node1" presStyleIdx="0" presStyleCnt="0"/>
      <dgm:spPr/>
    </dgm:pt>
    <dgm:pt modelId="{9CD950D9-3CB1-45D9-BA54-9513538ED3D5}" type="pres">
      <dgm:prSet presAssocID="{2A17D5E9-98B1-4ED6-8DBA-0F015F00A7C4}" presName="hierChild2" presStyleCnt="0"/>
      <dgm:spPr/>
    </dgm:pt>
    <dgm:pt modelId="{DD1E285D-8834-493B-985F-F5AB065C9819}" type="pres">
      <dgm:prSet presAssocID="{DEC4C4FD-DA56-4D3F-B196-8DB4CD9F5426}" presName="Name37" presStyleLbl="parChTrans1D2" presStyleIdx="0" presStyleCnt="2"/>
      <dgm:spPr/>
    </dgm:pt>
    <dgm:pt modelId="{E0F261A6-F3EB-42D0-84C5-5FD64945480C}" type="pres">
      <dgm:prSet presAssocID="{1FD3E1B8-2063-4B02-922A-0DC569E23311}" presName="hierRoot2" presStyleCnt="0">
        <dgm:presLayoutVars>
          <dgm:hierBranch val="init"/>
        </dgm:presLayoutVars>
      </dgm:prSet>
      <dgm:spPr/>
    </dgm:pt>
    <dgm:pt modelId="{F4A49B84-C8F6-46C3-817B-60AF49926C33}" type="pres">
      <dgm:prSet presAssocID="{1FD3E1B8-2063-4B02-922A-0DC569E23311}" presName="rootComposite" presStyleCnt="0"/>
      <dgm:spPr/>
    </dgm:pt>
    <dgm:pt modelId="{563A3D89-D3ED-424B-B63F-4BADAB89FFD1}" type="pres">
      <dgm:prSet presAssocID="{1FD3E1B8-2063-4B02-922A-0DC569E23311}" presName="rootText" presStyleLbl="node2" presStyleIdx="0" presStyleCnt="2">
        <dgm:presLayoutVars>
          <dgm:chPref val="3"/>
        </dgm:presLayoutVars>
      </dgm:prSet>
      <dgm:spPr/>
    </dgm:pt>
    <dgm:pt modelId="{854367EA-F3A0-41DC-976C-F7A602B5EE64}" type="pres">
      <dgm:prSet presAssocID="{1FD3E1B8-2063-4B02-922A-0DC569E23311}" presName="rootConnector" presStyleLbl="node2" presStyleIdx="0" presStyleCnt="2"/>
      <dgm:spPr/>
    </dgm:pt>
    <dgm:pt modelId="{EAE51CF5-02A5-4B75-A5F5-7F5AFEE97998}" type="pres">
      <dgm:prSet presAssocID="{1FD3E1B8-2063-4B02-922A-0DC569E23311}" presName="hierChild4" presStyleCnt="0"/>
      <dgm:spPr/>
    </dgm:pt>
    <dgm:pt modelId="{5B7D0BFE-91A1-4107-9ECD-2EEF3B62DBD2}" type="pres">
      <dgm:prSet presAssocID="{F98716B0-367E-4A5D-B922-AF959EAE62BA}" presName="Name37" presStyleLbl="parChTrans1D3" presStyleIdx="0" presStyleCnt="8"/>
      <dgm:spPr/>
    </dgm:pt>
    <dgm:pt modelId="{8118A0A8-38A6-403A-BCD6-8F02C93689DD}" type="pres">
      <dgm:prSet presAssocID="{A81A7A40-23EE-43A4-B9AC-19113FD26398}" presName="hierRoot2" presStyleCnt="0">
        <dgm:presLayoutVars>
          <dgm:hierBranch val="init"/>
        </dgm:presLayoutVars>
      </dgm:prSet>
      <dgm:spPr/>
    </dgm:pt>
    <dgm:pt modelId="{34B509ED-54E8-4A2B-87C6-B3A00CEE2AEA}" type="pres">
      <dgm:prSet presAssocID="{A81A7A40-23EE-43A4-B9AC-19113FD26398}" presName="rootComposite" presStyleCnt="0"/>
      <dgm:spPr/>
    </dgm:pt>
    <dgm:pt modelId="{89E412AB-1284-4CF2-9F2E-08D35CAEC4A3}" type="pres">
      <dgm:prSet presAssocID="{A81A7A40-23EE-43A4-B9AC-19113FD26398}" presName="rootText" presStyleLbl="node3" presStyleIdx="0" presStyleCnt="8">
        <dgm:presLayoutVars>
          <dgm:chPref val="3"/>
        </dgm:presLayoutVars>
      </dgm:prSet>
      <dgm:spPr/>
    </dgm:pt>
    <dgm:pt modelId="{13B5C2B2-4B4D-4388-B563-06790A320B53}" type="pres">
      <dgm:prSet presAssocID="{A81A7A40-23EE-43A4-B9AC-19113FD26398}" presName="rootConnector" presStyleLbl="node3" presStyleIdx="0" presStyleCnt="8"/>
      <dgm:spPr/>
    </dgm:pt>
    <dgm:pt modelId="{495FAD0B-A98E-4B35-A118-C5729C08E4EA}" type="pres">
      <dgm:prSet presAssocID="{A81A7A40-23EE-43A4-B9AC-19113FD26398}" presName="hierChild4" presStyleCnt="0"/>
      <dgm:spPr/>
    </dgm:pt>
    <dgm:pt modelId="{0AC6DC55-1654-4904-98D3-8DDB5CFE504A}" type="pres">
      <dgm:prSet presAssocID="{EFA16AF3-6FCC-40F7-90CF-1ADC69E22D23}" presName="Name37" presStyleLbl="parChTrans1D4" presStyleIdx="0" presStyleCnt="35"/>
      <dgm:spPr/>
    </dgm:pt>
    <dgm:pt modelId="{050372D5-6778-4FF1-BAB8-78E7D27586CB}" type="pres">
      <dgm:prSet presAssocID="{D78EBE3B-8344-493B-B13A-3340DDCEAD3D}" presName="hierRoot2" presStyleCnt="0">
        <dgm:presLayoutVars>
          <dgm:hierBranch val="init"/>
        </dgm:presLayoutVars>
      </dgm:prSet>
      <dgm:spPr/>
    </dgm:pt>
    <dgm:pt modelId="{B26A32E9-957D-4737-8A5A-AE6EECAC174D}" type="pres">
      <dgm:prSet presAssocID="{D78EBE3B-8344-493B-B13A-3340DDCEAD3D}" presName="rootComposite" presStyleCnt="0"/>
      <dgm:spPr/>
    </dgm:pt>
    <dgm:pt modelId="{8E3C09B0-33FE-4488-B542-1A447D0437ED}" type="pres">
      <dgm:prSet presAssocID="{D78EBE3B-8344-493B-B13A-3340DDCEAD3D}" presName="rootText" presStyleLbl="node4" presStyleIdx="0" presStyleCnt="35">
        <dgm:presLayoutVars>
          <dgm:chPref val="3"/>
        </dgm:presLayoutVars>
      </dgm:prSet>
      <dgm:spPr/>
    </dgm:pt>
    <dgm:pt modelId="{167EF8C3-4B4B-4B3D-9E9F-F9A26FA2EB8A}" type="pres">
      <dgm:prSet presAssocID="{D78EBE3B-8344-493B-B13A-3340DDCEAD3D}" presName="rootConnector" presStyleLbl="node4" presStyleIdx="0" presStyleCnt="35"/>
      <dgm:spPr/>
    </dgm:pt>
    <dgm:pt modelId="{EE13FBB4-F00D-4759-989A-891DE84D6947}" type="pres">
      <dgm:prSet presAssocID="{D78EBE3B-8344-493B-B13A-3340DDCEAD3D}" presName="hierChild4" presStyleCnt="0"/>
      <dgm:spPr/>
    </dgm:pt>
    <dgm:pt modelId="{D51C2EEF-8D74-4453-9FA7-54E4B920CCC3}" type="pres">
      <dgm:prSet presAssocID="{D78EBE3B-8344-493B-B13A-3340DDCEAD3D}" presName="hierChild5" presStyleCnt="0"/>
      <dgm:spPr/>
    </dgm:pt>
    <dgm:pt modelId="{70A064A7-0B5E-4F76-9288-3A7D65A87703}" type="pres">
      <dgm:prSet presAssocID="{1990A76E-B66F-43A3-8674-A5E034BF51F9}" presName="Name37" presStyleLbl="parChTrans1D4" presStyleIdx="1" presStyleCnt="35"/>
      <dgm:spPr/>
    </dgm:pt>
    <dgm:pt modelId="{6C921809-71AC-479C-8916-11491CBBDBF7}" type="pres">
      <dgm:prSet presAssocID="{478A871A-35AE-42EC-A2C9-1F8E68616ED3}" presName="hierRoot2" presStyleCnt="0">
        <dgm:presLayoutVars>
          <dgm:hierBranch val="init"/>
        </dgm:presLayoutVars>
      </dgm:prSet>
      <dgm:spPr/>
    </dgm:pt>
    <dgm:pt modelId="{BFFD5873-EF49-4B3D-B449-FCEE3C6AD59A}" type="pres">
      <dgm:prSet presAssocID="{478A871A-35AE-42EC-A2C9-1F8E68616ED3}" presName="rootComposite" presStyleCnt="0"/>
      <dgm:spPr/>
    </dgm:pt>
    <dgm:pt modelId="{B07B7F26-205C-4909-AFDB-3D98EC2EFA08}" type="pres">
      <dgm:prSet presAssocID="{478A871A-35AE-42EC-A2C9-1F8E68616ED3}" presName="rootText" presStyleLbl="node4" presStyleIdx="1" presStyleCnt="35">
        <dgm:presLayoutVars>
          <dgm:chPref val="3"/>
        </dgm:presLayoutVars>
      </dgm:prSet>
      <dgm:spPr/>
    </dgm:pt>
    <dgm:pt modelId="{0418F6BB-8B53-433E-BDC3-D0172188C5AA}" type="pres">
      <dgm:prSet presAssocID="{478A871A-35AE-42EC-A2C9-1F8E68616ED3}" presName="rootConnector" presStyleLbl="node4" presStyleIdx="1" presStyleCnt="35"/>
      <dgm:spPr/>
    </dgm:pt>
    <dgm:pt modelId="{14C40693-0016-437F-B60B-033295B40E1C}" type="pres">
      <dgm:prSet presAssocID="{478A871A-35AE-42EC-A2C9-1F8E68616ED3}" presName="hierChild4" presStyleCnt="0"/>
      <dgm:spPr/>
    </dgm:pt>
    <dgm:pt modelId="{7D775977-AEA6-4C15-8C54-3177DF1B795D}" type="pres">
      <dgm:prSet presAssocID="{478A871A-35AE-42EC-A2C9-1F8E68616ED3}" presName="hierChild5" presStyleCnt="0"/>
      <dgm:spPr/>
    </dgm:pt>
    <dgm:pt modelId="{A0FF712E-73D1-41A3-B1CE-C2C367B39138}" type="pres">
      <dgm:prSet presAssocID="{9D718084-7116-4E30-957C-1BC8D0EB2015}" presName="Name37" presStyleLbl="parChTrans1D4" presStyleIdx="2" presStyleCnt="35"/>
      <dgm:spPr/>
    </dgm:pt>
    <dgm:pt modelId="{222E7C46-62DD-43A9-8E01-AE2A3E236E7F}" type="pres">
      <dgm:prSet presAssocID="{541D5AAA-76AF-45E3-938C-82AE469DE4AF}" presName="hierRoot2" presStyleCnt="0">
        <dgm:presLayoutVars>
          <dgm:hierBranch val="init"/>
        </dgm:presLayoutVars>
      </dgm:prSet>
      <dgm:spPr/>
    </dgm:pt>
    <dgm:pt modelId="{FE31F3E7-DC39-4E42-A0DC-7D47D8AED2D7}" type="pres">
      <dgm:prSet presAssocID="{541D5AAA-76AF-45E3-938C-82AE469DE4AF}" presName="rootComposite" presStyleCnt="0"/>
      <dgm:spPr/>
    </dgm:pt>
    <dgm:pt modelId="{8A97841B-3411-4D8A-831D-FFE5E44065FA}" type="pres">
      <dgm:prSet presAssocID="{541D5AAA-76AF-45E3-938C-82AE469DE4AF}" presName="rootText" presStyleLbl="node4" presStyleIdx="2" presStyleCnt="35">
        <dgm:presLayoutVars>
          <dgm:chPref val="3"/>
        </dgm:presLayoutVars>
      </dgm:prSet>
      <dgm:spPr/>
    </dgm:pt>
    <dgm:pt modelId="{E29ECCDD-F4F8-47F6-A83E-183D91A566D8}" type="pres">
      <dgm:prSet presAssocID="{541D5AAA-76AF-45E3-938C-82AE469DE4AF}" presName="rootConnector" presStyleLbl="node4" presStyleIdx="2" presStyleCnt="35"/>
      <dgm:spPr/>
    </dgm:pt>
    <dgm:pt modelId="{7DBE8E77-8873-40EA-A851-E659B761E186}" type="pres">
      <dgm:prSet presAssocID="{541D5AAA-76AF-45E3-938C-82AE469DE4AF}" presName="hierChild4" presStyleCnt="0"/>
      <dgm:spPr/>
    </dgm:pt>
    <dgm:pt modelId="{01ABC580-523B-4A85-858B-09CA39B37F60}" type="pres">
      <dgm:prSet presAssocID="{541D5AAA-76AF-45E3-938C-82AE469DE4AF}" presName="hierChild5" presStyleCnt="0"/>
      <dgm:spPr/>
    </dgm:pt>
    <dgm:pt modelId="{8AA71887-DBE6-4656-A411-90C08122187A}" type="pres">
      <dgm:prSet presAssocID="{82B55DEA-DCB1-4E60-97EF-73C2BDDCEB85}" presName="Name37" presStyleLbl="parChTrans1D4" presStyleIdx="3" presStyleCnt="35"/>
      <dgm:spPr/>
    </dgm:pt>
    <dgm:pt modelId="{5987352F-EAC1-463C-A1D5-D23502549EFC}" type="pres">
      <dgm:prSet presAssocID="{7BA323FB-D313-4DBD-9405-92256CC8CC30}" presName="hierRoot2" presStyleCnt="0">
        <dgm:presLayoutVars>
          <dgm:hierBranch val="init"/>
        </dgm:presLayoutVars>
      </dgm:prSet>
      <dgm:spPr/>
    </dgm:pt>
    <dgm:pt modelId="{3EC61072-82FA-4352-A6D2-8D83BA72CD4E}" type="pres">
      <dgm:prSet presAssocID="{7BA323FB-D313-4DBD-9405-92256CC8CC30}" presName="rootComposite" presStyleCnt="0"/>
      <dgm:spPr/>
    </dgm:pt>
    <dgm:pt modelId="{1358306A-AA1B-43FD-A920-30BCDF6AD068}" type="pres">
      <dgm:prSet presAssocID="{7BA323FB-D313-4DBD-9405-92256CC8CC30}" presName="rootText" presStyleLbl="node4" presStyleIdx="3" presStyleCnt="35">
        <dgm:presLayoutVars>
          <dgm:chPref val="3"/>
        </dgm:presLayoutVars>
      </dgm:prSet>
      <dgm:spPr/>
    </dgm:pt>
    <dgm:pt modelId="{2E685BC0-0595-4A44-94A4-82B9B3B4D54D}" type="pres">
      <dgm:prSet presAssocID="{7BA323FB-D313-4DBD-9405-92256CC8CC30}" presName="rootConnector" presStyleLbl="node4" presStyleIdx="3" presStyleCnt="35"/>
      <dgm:spPr/>
    </dgm:pt>
    <dgm:pt modelId="{F96F5351-EBA1-4304-99C1-CDCA2CB938B3}" type="pres">
      <dgm:prSet presAssocID="{7BA323FB-D313-4DBD-9405-92256CC8CC30}" presName="hierChild4" presStyleCnt="0"/>
      <dgm:spPr/>
    </dgm:pt>
    <dgm:pt modelId="{AF85977B-B648-42DE-B154-E6DF703C6391}" type="pres">
      <dgm:prSet presAssocID="{7BA323FB-D313-4DBD-9405-92256CC8CC30}" presName="hierChild5" presStyleCnt="0"/>
      <dgm:spPr/>
    </dgm:pt>
    <dgm:pt modelId="{3A32BBE9-FC7A-4F35-BB6E-5CF47BBA6420}" type="pres">
      <dgm:prSet presAssocID="{A81A7A40-23EE-43A4-B9AC-19113FD26398}" presName="hierChild5" presStyleCnt="0"/>
      <dgm:spPr/>
    </dgm:pt>
    <dgm:pt modelId="{FB6F9D56-4919-42B5-AF44-1C62EAA5EED7}" type="pres">
      <dgm:prSet presAssocID="{6002EDA5-1E81-450A-B8DD-4ACA5FD6B455}" presName="Name37" presStyleLbl="parChTrans1D3" presStyleIdx="1" presStyleCnt="8"/>
      <dgm:spPr/>
    </dgm:pt>
    <dgm:pt modelId="{44E9A8ED-C0E4-4813-A3C0-4641F80FF4B7}" type="pres">
      <dgm:prSet presAssocID="{FB76B03E-6BCA-4BAA-B504-69C0663EE194}" presName="hierRoot2" presStyleCnt="0">
        <dgm:presLayoutVars>
          <dgm:hierBranch val="init"/>
        </dgm:presLayoutVars>
      </dgm:prSet>
      <dgm:spPr/>
    </dgm:pt>
    <dgm:pt modelId="{16BA614B-0E75-4935-8742-C835C0223857}" type="pres">
      <dgm:prSet presAssocID="{FB76B03E-6BCA-4BAA-B504-69C0663EE194}" presName="rootComposite" presStyleCnt="0"/>
      <dgm:spPr/>
    </dgm:pt>
    <dgm:pt modelId="{C7C8D0FB-BD24-4E37-9E89-3B60260D5F29}" type="pres">
      <dgm:prSet presAssocID="{FB76B03E-6BCA-4BAA-B504-69C0663EE194}" presName="rootText" presStyleLbl="node3" presStyleIdx="1" presStyleCnt="8">
        <dgm:presLayoutVars>
          <dgm:chPref val="3"/>
        </dgm:presLayoutVars>
      </dgm:prSet>
      <dgm:spPr/>
    </dgm:pt>
    <dgm:pt modelId="{F54D9504-DB4B-4941-9554-DF316A286CF1}" type="pres">
      <dgm:prSet presAssocID="{FB76B03E-6BCA-4BAA-B504-69C0663EE194}" presName="rootConnector" presStyleLbl="node3" presStyleIdx="1" presStyleCnt="8"/>
      <dgm:spPr/>
    </dgm:pt>
    <dgm:pt modelId="{F9A40970-2234-41FB-A2B3-BF9EFE1D96A4}" type="pres">
      <dgm:prSet presAssocID="{FB76B03E-6BCA-4BAA-B504-69C0663EE194}" presName="hierChild4" presStyleCnt="0"/>
      <dgm:spPr/>
    </dgm:pt>
    <dgm:pt modelId="{50036CB3-3CBB-4906-A407-4185764C2030}" type="pres">
      <dgm:prSet presAssocID="{F44677FA-0A80-469C-A5CA-6873066D63FF}" presName="Name37" presStyleLbl="parChTrans1D4" presStyleIdx="4" presStyleCnt="35"/>
      <dgm:spPr/>
    </dgm:pt>
    <dgm:pt modelId="{F8741EB5-2BC2-4F0F-BFB0-069B024783DF}" type="pres">
      <dgm:prSet presAssocID="{33C8F07D-3A16-4C25-8C5A-0735732C698F}" presName="hierRoot2" presStyleCnt="0">
        <dgm:presLayoutVars>
          <dgm:hierBranch val="init"/>
        </dgm:presLayoutVars>
      </dgm:prSet>
      <dgm:spPr/>
    </dgm:pt>
    <dgm:pt modelId="{11D5797C-6BEB-4EF2-A84C-3332E18BC031}" type="pres">
      <dgm:prSet presAssocID="{33C8F07D-3A16-4C25-8C5A-0735732C698F}" presName="rootComposite" presStyleCnt="0"/>
      <dgm:spPr/>
    </dgm:pt>
    <dgm:pt modelId="{2E34C585-B28B-44FB-9771-222BD9EAE917}" type="pres">
      <dgm:prSet presAssocID="{33C8F07D-3A16-4C25-8C5A-0735732C698F}" presName="rootText" presStyleLbl="node4" presStyleIdx="4" presStyleCnt="35">
        <dgm:presLayoutVars>
          <dgm:chPref val="3"/>
        </dgm:presLayoutVars>
      </dgm:prSet>
      <dgm:spPr/>
    </dgm:pt>
    <dgm:pt modelId="{FB2622E5-CB59-4C94-9753-D68EC4C5C305}" type="pres">
      <dgm:prSet presAssocID="{33C8F07D-3A16-4C25-8C5A-0735732C698F}" presName="rootConnector" presStyleLbl="node4" presStyleIdx="4" presStyleCnt="35"/>
      <dgm:spPr/>
    </dgm:pt>
    <dgm:pt modelId="{8E4D09D8-5ACC-4FC6-9EB3-14BD2EAD5907}" type="pres">
      <dgm:prSet presAssocID="{33C8F07D-3A16-4C25-8C5A-0735732C698F}" presName="hierChild4" presStyleCnt="0"/>
      <dgm:spPr/>
    </dgm:pt>
    <dgm:pt modelId="{26C39DA4-9466-423F-80D8-41B0E814E9F8}" type="pres">
      <dgm:prSet presAssocID="{33C8F07D-3A16-4C25-8C5A-0735732C698F}" presName="hierChild5" presStyleCnt="0"/>
      <dgm:spPr/>
    </dgm:pt>
    <dgm:pt modelId="{26439174-F942-4587-AC57-6F5397237B86}" type="pres">
      <dgm:prSet presAssocID="{71F95B5B-DB52-4A28-AA98-23AF74453527}" presName="Name37" presStyleLbl="parChTrans1D4" presStyleIdx="5" presStyleCnt="35"/>
      <dgm:spPr/>
    </dgm:pt>
    <dgm:pt modelId="{D992D3C8-49D4-4F1A-85F5-7938B51E12C8}" type="pres">
      <dgm:prSet presAssocID="{70FA7DC4-9C32-4E08-9730-E4236E50D7E9}" presName="hierRoot2" presStyleCnt="0">
        <dgm:presLayoutVars>
          <dgm:hierBranch val="init"/>
        </dgm:presLayoutVars>
      </dgm:prSet>
      <dgm:spPr/>
    </dgm:pt>
    <dgm:pt modelId="{3B1ECE7D-7C4D-48CF-804D-CA2B4542DC28}" type="pres">
      <dgm:prSet presAssocID="{70FA7DC4-9C32-4E08-9730-E4236E50D7E9}" presName="rootComposite" presStyleCnt="0"/>
      <dgm:spPr/>
    </dgm:pt>
    <dgm:pt modelId="{F07E6546-B294-4300-BA8D-68BA96886759}" type="pres">
      <dgm:prSet presAssocID="{70FA7DC4-9C32-4E08-9730-E4236E50D7E9}" presName="rootText" presStyleLbl="node4" presStyleIdx="5" presStyleCnt="35">
        <dgm:presLayoutVars>
          <dgm:chPref val="3"/>
        </dgm:presLayoutVars>
      </dgm:prSet>
      <dgm:spPr/>
    </dgm:pt>
    <dgm:pt modelId="{AF0321E1-30CA-4B7E-A2BE-E1F8B9DFEB80}" type="pres">
      <dgm:prSet presAssocID="{70FA7DC4-9C32-4E08-9730-E4236E50D7E9}" presName="rootConnector" presStyleLbl="node4" presStyleIdx="5" presStyleCnt="35"/>
      <dgm:spPr/>
    </dgm:pt>
    <dgm:pt modelId="{9026AFF2-5328-43A5-B671-EEF9E874AC60}" type="pres">
      <dgm:prSet presAssocID="{70FA7DC4-9C32-4E08-9730-E4236E50D7E9}" presName="hierChild4" presStyleCnt="0"/>
      <dgm:spPr/>
    </dgm:pt>
    <dgm:pt modelId="{A4DECD59-BE18-44D3-82A7-933A55C3D574}" type="pres">
      <dgm:prSet presAssocID="{70FA7DC4-9C32-4E08-9730-E4236E50D7E9}" presName="hierChild5" presStyleCnt="0"/>
      <dgm:spPr/>
    </dgm:pt>
    <dgm:pt modelId="{3E014B47-1F77-4E3F-87D5-DF54BFE17AAC}" type="pres">
      <dgm:prSet presAssocID="{19E36335-1C2D-498C-94F5-CF22FAF99C3D}" presName="Name37" presStyleLbl="parChTrans1D4" presStyleIdx="6" presStyleCnt="35"/>
      <dgm:spPr/>
    </dgm:pt>
    <dgm:pt modelId="{B1DC838C-6024-46F7-ABCB-901377A57D4C}" type="pres">
      <dgm:prSet presAssocID="{87867E2A-039A-4857-B977-3BB10A06D57C}" presName="hierRoot2" presStyleCnt="0">
        <dgm:presLayoutVars>
          <dgm:hierBranch val="init"/>
        </dgm:presLayoutVars>
      </dgm:prSet>
      <dgm:spPr/>
    </dgm:pt>
    <dgm:pt modelId="{D0387421-17B2-4C70-8165-A72737CA1FF0}" type="pres">
      <dgm:prSet presAssocID="{87867E2A-039A-4857-B977-3BB10A06D57C}" presName="rootComposite" presStyleCnt="0"/>
      <dgm:spPr/>
    </dgm:pt>
    <dgm:pt modelId="{A2EF7C9D-2A81-4A33-8C3F-C1ECC80FDAAE}" type="pres">
      <dgm:prSet presAssocID="{87867E2A-039A-4857-B977-3BB10A06D57C}" presName="rootText" presStyleLbl="node4" presStyleIdx="6" presStyleCnt="35">
        <dgm:presLayoutVars>
          <dgm:chPref val="3"/>
        </dgm:presLayoutVars>
      </dgm:prSet>
      <dgm:spPr/>
    </dgm:pt>
    <dgm:pt modelId="{37ED7280-1024-4BD0-9379-8E089EC8F997}" type="pres">
      <dgm:prSet presAssocID="{87867E2A-039A-4857-B977-3BB10A06D57C}" presName="rootConnector" presStyleLbl="node4" presStyleIdx="6" presStyleCnt="35"/>
      <dgm:spPr/>
    </dgm:pt>
    <dgm:pt modelId="{7E3ADD44-5AB8-4FE2-912D-E52E159E2551}" type="pres">
      <dgm:prSet presAssocID="{87867E2A-039A-4857-B977-3BB10A06D57C}" presName="hierChild4" presStyleCnt="0"/>
      <dgm:spPr/>
    </dgm:pt>
    <dgm:pt modelId="{F12DB1A9-F81D-41CE-B8B2-0E42FEB1928A}" type="pres">
      <dgm:prSet presAssocID="{87867E2A-039A-4857-B977-3BB10A06D57C}" presName="hierChild5" presStyleCnt="0"/>
      <dgm:spPr/>
    </dgm:pt>
    <dgm:pt modelId="{FE3003D5-C216-4F2F-8559-D3435D34C3BA}" type="pres">
      <dgm:prSet presAssocID="{15606F85-6495-4A08-882E-C63751A6C4C8}" presName="Name37" presStyleLbl="parChTrans1D4" presStyleIdx="7" presStyleCnt="35"/>
      <dgm:spPr/>
    </dgm:pt>
    <dgm:pt modelId="{13108598-9F35-41E4-B348-BBFB68C6795E}" type="pres">
      <dgm:prSet presAssocID="{BB031DD9-FA5F-4E4E-9E2F-7522EFA6A32D}" presName="hierRoot2" presStyleCnt="0">
        <dgm:presLayoutVars>
          <dgm:hierBranch val="init"/>
        </dgm:presLayoutVars>
      </dgm:prSet>
      <dgm:spPr/>
    </dgm:pt>
    <dgm:pt modelId="{CA2640E9-9839-4675-A4AC-57593EA83CCE}" type="pres">
      <dgm:prSet presAssocID="{BB031DD9-FA5F-4E4E-9E2F-7522EFA6A32D}" presName="rootComposite" presStyleCnt="0"/>
      <dgm:spPr/>
    </dgm:pt>
    <dgm:pt modelId="{0A577A01-7A93-4FB6-B517-47B4DDC7C34F}" type="pres">
      <dgm:prSet presAssocID="{BB031DD9-FA5F-4E4E-9E2F-7522EFA6A32D}" presName="rootText" presStyleLbl="node4" presStyleIdx="7" presStyleCnt="35">
        <dgm:presLayoutVars>
          <dgm:chPref val="3"/>
        </dgm:presLayoutVars>
      </dgm:prSet>
      <dgm:spPr/>
    </dgm:pt>
    <dgm:pt modelId="{3D5B24BB-BB8D-43CC-97C7-28A60DC76C6F}" type="pres">
      <dgm:prSet presAssocID="{BB031DD9-FA5F-4E4E-9E2F-7522EFA6A32D}" presName="rootConnector" presStyleLbl="node4" presStyleIdx="7" presStyleCnt="35"/>
      <dgm:spPr/>
    </dgm:pt>
    <dgm:pt modelId="{16D55151-AA5A-4328-8C2B-854E24DE6580}" type="pres">
      <dgm:prSet presAssocID="{BB031DD9-FA5F-4E4E-9E2F-7522EFA6A32D}" presName="hierChild4" presStyleCnt="0"/>
      <dgm:spPr/>
    </dgm:pt>
    <dgm:pt modelId="{65CBC2FE-C082-4C29-BFF5-8EC08BA5A03B}" type="pres">
      <dgm:prSet presAssocID="{8EC2B42A-0DBB-4DAF-B66B-F155498A5DC6}" presName="Name37" presStyleLbl="parChTrans1D4" presStyleIdx="8" presStyleCnt="35"/>
      <dgm:spPr/>
    </dgm:pt>
    <dgm:pt modelId="{FC82A179-D81F-46C8-81D1-FBD36AE9CB40}" type="pres">
      <dgm:prSet presAssocID="{8908DB27-D9F8-4893-A4FE-39314C01E23E}" presName="hierRoot2" presStyleCnt="0">
        <dgm:presLayoutVars>
          <dgm:hierBranch val="init"/>
        </dgm:presLayoutVars>
      </dgm:prSet>
      <dgm:spPr/>
    </dgm:pt>
    <dgm:pt modelId="{2A74729D-445E-423F-991C-718A2390D660}" type="pres">
      <dgm:prSet presAssocID="{8908DB27-D9F8-4893-A4FE-39314C01E23E}" presName="rootComposite" presStyleCnt="0"/>
      <dgm:spPr/>
    </dgm:pt>
    <dgm:pt modelId="{3D0A18A6-D5B2-4811-B4B1-B0ED34E25649}" type="pres">
      <dgm:prSet presAssocID="{8908DB27-D9F8-4893-A4FE-39314C01E23E}" presName="rootText" presStyleLbl="node4" presStyleIdx="8" presStyleCnt="35">
        <dgm:presLayoutVars>
          <dgm:chPref val="3"/>
        </dgm:presLayoutVars>
      </dgm:prSet>
      <dgm:spPr/>
    </dgm:pt>
    <dgm:pt modelId="{CE975B81-AAEB-48B7-A4E8-C33D74922492}" type="pres">
      <dgm:prSet presAssocID="{8908DB27-D9F8-4893-A4FE-39314C01E23E}" presName="rootConnector" presStyleLbl="node4" presStyleIdx="8" presStyleCnt="35"/>
      <dgm:spPr/>
    </dgm:pt>
    <dgm:pt modelId="{BE55E7B2-614F-4723-B89B-E89D97A5553C}" type="pres">
      <dgm:prSet presAssocID="{8908DB27-D9F8-4893-A4FE-39314C01E23E}" presName="hierChild4" presStyleCnt="0"/>
      <dgm:spPr/>
    </dgm:pt>
    <dgm:pt modelId="{9CEA493A-A3EB-441E-860B-0F9A1B5B7E7F}" type="pres">
      <dgm:prSet presAssocID="{8908DB27-D9F8-4893-A4FE-39314C01E23E}" presName="hierChild5" presStyleCnt="0"/>
      <dgm:spPr/>
    </dgm:pt>
    <dgm:pt modelId="{5BF6A5B3-C45B-4635-962C-271B532698A5}" type="pres">
      <dgm:prSet presAssocID="{2E185A03-E006-490E-BF16-5E198A35E5A9}" presName="Name37" presStyleLbl="parChTrans1D4" presStyleIdx="9" presStyleCnt="35"/>
      <dgm:spPr/>
    </dgm:pt>
    <dgm:pt modelId="{98C47B5C-2E96-4107-83D0-AE6EF444F645}" type="pres">
      <dgm:prSet presAssocID="{A63F3805-3985-43C4-9A28-AE95DAFC94DA}" presName="hierRoot2" presStyleCnt="0">
        <dgm:presLayoutVars>
          <dgm:hierBranch val="init"/>
        </dgm:presLayoutVars>
      </dgm:prSet>
      <dgm:spPr/>
    </dgm:pt>
    <dgm:pt modelId="{17FB2EAA-99C1-4DDF-87E4-C4FB92B8FAF0}" type="pres">
      <dgm:prSet presAssocID="{A63F3805-3985-43C4-9A28-AE95DAFC94DA}" presName="rootComposite" presStyleCnt="0"/>
      <dgm:spPr/>
    </dgm:pt>
    <dgm:pt modelId="{2B8D8AD2-6EDB-4BCA-9E2F-41D2C0713AE1}" type="pres">
      <dgm:prSet presAssocID="{A63F3805-3985-43C4-9A28-AE95DAFC94DA}" presName="rootText" presStyleLbl="node4" presStyleIdx="9" presStyleCnt="35">
        <dgm:presLayoutVars>
          <dgm:chPref val="3"/>
        </dgm:presLayoutVars>
      </dgm:prSet>
      <dgm:spPr/>
    </dgm:pt>
    <dgm:pt modelId="{BE3055B2-651B-4DE6-9AA4-EC5FD763FA8A}" type="pres">
      <dgm:prSet presAssocID="{A63F3805-3985-43C4-9A28-AE95DAFC94DA}" presName="rootConnector" presStyleLbl="node4" presStyleIdx="9" presStyleCnt="35"/>
      <dgm:spPr/>
    </dgm:pt>
    <dgm:pt modelId="{E2EF178A-635C-4FF6-B496-E59FCBEE7897}" type="pres">
      <dgm:prSet presAssocID="{A63F3805-3985-43C4-9A28-AE95DAFC94DA}" presName="hierChild4" presStyleCnt="0"/>
      <dgm:spPr/>
    </dgm:pt>
    <dgm:pt modelId="{9E1C4B67-F0C7-4E3C-9114-2C0932F2B708}" type="pres">
      <dgm:prSet presAssocID="{A63F3805-3985-43C4-9A28-AE95DAFC94DA}" presName="hierChild5" presStyleCnt="0"/>
      <dgm:spPr/>
    </dgm:pt>
    <dgm:pt modelId="{96E5951F-6C38-4306-9253-EFBDA07179E8}" type="pres">
      <dgm:prSet presAssocID="{EA0E8338-BBDE-45A4-8E48-4B63B279BA4E}" presName="Name37" presStyleLbl="parChTrans1D4" presStyleIdx="10" presStyleCnt="35"/>
      <dgm:spPr/>
    </dgm:pt>
    <dgm:pt modelId="{987B717F-40A6-4D4E-911A-CCD910B6CC2D}" type="pres">
      <dgm:prSet presAssocID="{9088C99A-550F-4EF0-9664-31FEB96FE282}" presName="hierRoot2" presStyleCnt="0">
        <dgm:presLayoutVars>
          <dgm:hierBranch val="init"/>
        </dgm:presLayoutVars>
      </dgm:prSet>
      <dgm:spPr/>
    </dgm:pt>
    <dgm:pt modelId="{EC1D5B32-5D39-4840-9162-21945ABC8ED3}" type="pres">
      <dgm:prSet presAssocID="{9088C99A-550F-4EF0-9664-31FEB96FE282}" presName="rootComposite" presStyleCnt="0"/>
      <dgm:spPr/>
    </dgm:pt>
    <dgm:pt modelId="{63EA8934-7361-4197-A1E5-43FD971BD67A}" type="pres">
      <dgm:prSet presAssocID="{9088C99A-550F-4EF0-9664-31FEB96FE282}" presName="rootText" presStyleLbl="node4" presStyleIdx="10" presStyleCnt="35">
        <dgm:presLayoutVars>
          <dgm:chPref val="3"/>
        </dgm:presLayoutVars>
      </dgm:prSet>
      <dgm:spPr/>
    </dgm:pt>
    <dgm:pt modelId="{F1960061-8FF4-4162-A01C-0F9968304A24}" type="pres">
      <dgm:prSet presAssocID="{9088C99A-550F-4EF0-9664-31FEB96FE282}" presName="rootConnector" presStyleLbl="node4" presStyleIdx="10" presStyleCnt="35"/>
      <dgm:spPr/>
    </dgm:pt>
    <dgm:pt modelId="{2673A92B-D540-4F36-9661-450500B3F163}" type="pres">
      <dgm:prSet presAssocID="{9088C99A-550F-4EF0-9664-31FEB96FE282}" presName="hierChild4" presStyleCnt="0"/>
      <dgm:spPr/>
    </dgm:pt>
    <dgm:pt modelId="{7036C69E-E62B-49A9-8BA3-2A20CB20B0A7}" type="pres">
      <dgm:prSet presAssocID="{9088C99A-550F-4EF0-9664-31FEB96FE282}" presName="hierChild5" presStyleCnt="0"/>
      <dgm:spPr/>
    </dgm:pt>
    <dgm:pt modelId="{921A3661-5DB5-45CC-ADF3-AEA4D0E77C08}" type="pres">
      <dgm:prSet presAssocID="{BB031DD9-FA5F-4E4E-9E2F-7522EFA6A32D}" presName="hierChild5" presStyleCnt="0"/>
      <dgm:spPr/>
    </dgm:pt>
    <dgm:pt modelId="{B3C2BBAA-2F11-430E-B7F6-A2B7D772FEDD}" type="pres">
      <dgm:prSet presAssocID="{FB76B03E-6BCA-4BAA-B504-69C0663EE194}" presName="hierChild5" presStyleCnt="0"/>
      <dgm:spPr/>
    </dgm:pt>
    <dgm:pt modelId="{2D074E90-AB88-448C-B508-7D749760410B}" type="pres">
      <dgm:prSet presAssocID="{73A3ECC2-EF80-404A-B1BA-5D55C2C09F44}" presName="Name37" presStyleLbl="parChTrans1D3" presStyleIdx="2" presStyleCnt="8"/>
      <dgm:spPr/>
    </dgm:pt>
    <dgm:pt modelId="{141CA878-67F6-4F2D-83DE-C644ED4FEF40}" type="pres">
      <dgm:prSet presAssocID="{ECBABEE6-287D-4698-BC9B-BDFC4BB16BEB}" presName="hierRoot2" presStyleCnt="0">
        <dgm:presLayoutVars>
          <dgm:hierBranch val="init"/>
        </dgm:presLayoutVars>
      </dgm:prSet>
      <dgm:spPr/>
    </dgm:pt>
    <dgm:pt modelId="{A293609B-C53F-451F-9EBB-F1C361BE547A}" type="pres">
      <dgm:prSet presAssocID="{ECBABEE6-287D-4698-BC9B-BDFC4BB16BEB}" presName="rootComposite" presStyleCnt="0"/>
      <dgm:spPr/>
    </dgm:pt>
    <dgm:pt modelId="{157F4EAD-79E5-4C6B-83D5-1F9C0FC645BA}" type="pres">
      <dgm:prSet presAssocID="{ECBABEE6-287D-4698-BC9B-BDFC4BB16BEB}" presName="rootText" presStyleLbl="node3" presStyleIdx="2" presStyleCnt="8">
        <dgm:presLayoutVars>
          <dgm:chPref val="3"/>
        </dgm:presLayoutVars>
      </dgm:prSet>
      <dgm:spPr/>
    </dgm:pt>
    <dgm:pt modelId="{0C589D3A-5121-422A-825E-BE1EC59E50DC}" type="pres">
      <dgm:prSet presAssocID="{ECBABEE6-287D-4698-BC9B-BDFC4BB16BEB}" presName="rootConnector" presStyleLbl="node3" presStyleIdx="2" presStyleCnt="8"/>
      <dgm:spPr/>
    </dgm:pt>
    <dgm:pt modelId="{967A5B1F-900E-45AE-B2C7-AB09E27967EA}" type="pres">
      <dgm:prSet presAssocID="{ECBABEE6-287D-4698-BC9B-BDFC4BB16BEB}" presName="hierChild4" presStyleCnt="0"/>
      <dgm:spPr/>
    </dgm:pt>
    <dgm:pt modelId="{A04467BA-750A-4D1B-BD43-7D5D8510EEA5}" type="pres">
      <dgm:prSet presAssocID="{3F14D65D-2D5C-46A6-97E3-080B02EC00FB}" presName="Name37" presStyleLbl="parChTrans1D4" presStyleIdx="11" presStyleCnt="35"/>
      <dgm:spPr/>
    </dgm:pt>
    <dgm:pt modelId="{4AB914F0-9B96-4FF1-8917-C53EBD58E689}" type="pres">
      <dgm:prSet presAssocID="{E57BCD46-82E0-440D-AF0E-D3484979E5C7}" presName="hierRoot2" presStyleCnt="0">
        <dgm:presLayoutVars>
          <dgm:hierBranch val="init"/>
        </dgm:presLayoutVars>
      </dgm:prSet>
      <dgm:spPr/>
    </dgm:pt>
    <dgm:pt modelId="{0238A4ED-C347-4AA8-8B92-54BD486E5096}" type="pres">
      <dgm:prSet presAssocID="{E57BCD46-82E0-440D-AF0E-D3484979E5C7}" presName="rootComposite" presStyleCnt="0"/>
      <dgm:spPr/>
    </dgm:pt>
    <dgm:pt modelId="{A89A66CE-9502-4D9F-BDEA-69BFCFE241AC}" type="pres">
      <dgm:prSet presAssocID="{E57BCD46-82E0-440D-AF0E-D3484979E5C7}" presName="rootText" presStyleLbl="node4" presStyleIdx="11" presStyleCnt="35">
        <dgm:presLayoutVars>
          <dgm:chPref val="3"/>
        </dgm:presLayoutVars>
      </dgm:prSet>
      <dgm:spPr/>
    </dgm:pt>
    <dgm:pt modelId="{DF9C5E0B-4D37-40BF-9ACB-0BF1DDEE55A7}" type="pres">
      <dgm:prSet presAssocID="{E57BCD46-82E0-440D-AF0E-D3484979E5C7}" presName="rootConnector" presStyleLbl="node4" presStyleIdx="11" presStyleCnt="35"/>
      <dgm:spPr/>
    </dgm:pt>
    <dgm:pt modelId="{EA516021-B816-4236-8341-E97F0CBDA850}" type="pres">
      <dgm:prSet presAssocID="{E57BCD46-82E0-440D-AF0E-D3484979E5C7}" presName="hierChild4" presStyleCnt="0"/>
      <dgm:spPr/>
    </dgm:pt>
    <dgm:pt modelId="{56FC7589-802E-47BD-B3A0-61D05F6F18D5}" type="pres">
      <dgm:prSet presAssocID="{E57BCD46-82E0-440D-AF0E-D3484979E5C7}" presName="hierChild5" presStyleCnt="0"/>
      <dgm:spPr/>
    </dgm:pt>
    <dgm:pt modelId="{97222117-C368-4B40-8417-D580CA4AA501}" type="pres">
      <dgm:prSet presAssocID="{4041DA2B-D17C-42EB-A3E6-C570F4D6C2EC}" presName="Name37" presStyleLbl="parChTrans1D4" presStyleIdx="12" presStyleCnt="35"/>
      <dgm:spPr/>
    </dgm:pt>
    <dgm:pt modelId="{04DC5314-2EAC-405A-90C5-D84DA8CEA11B}" type="pres">
      <dgm:prSet presAssocID="{FFCB7F2C-6AD5-418A-9984-0E5AA9884A6A}" presName="hierRoot2" presStyleCnt="0">
        <dgm:presLayoutVars>
          <dgm:hierBranch val="init"/>
        </dgm:presLayoutVars>
      </dgm:prSet>
      <dgm:spPr/>
    </dgm:pt>
    <dgm:pt modelId="{73613F90-2A36-4B9B-9E9D-17CAD0E710EA}" type="pres">
      <dgm:prSet presAssocID="{FFCB7F2C-6AD5-418A-9984-0E5AA9884A6A}" presName="rootComposite" presStyleCnt="0"/>
      <dgm:spPr/>
    </dgm:pt>
    <dgm:pt modelId="{F67661F5-6EFD-46AC-9E21-F1D3CEABB257}" type="pres">
      <dgm:prSet presAssocID="{FFCB7F2C-6AD5-418A-9984-0E5AA9884A6A}" presName="rootText" presStyleLbl="node4" presStyleIdx="12" presStyleCnt="35">
        <dgm:presLayoutVars>
          <dgm:chPref val="3"/>
        </dgm:presLayoutVars>
      </dgm:prSet>
      <dgm:spPr/>
    </dgm:pt>
    <dgm:pt modelId="{EBA2CC82-6A66-4024-B5BA-2431E6FFDF04}" type="pres">
      <dgm:prSet presAssocID="{FFCB7F2C-6AD5-418A-9984-0E5AA9884A6A}" presName="rootConnector" presStyleLbl="node4" presStyleIdx="12" presStyleCnt="35"/>
      <dgm:spPr/>
    </dgm:pt>
    <dgm:pt modelId="{31054140-9F54-4CD0-87D4-7645014C5BC9}" type="pres">
      <dgm:prSet presAssocID="{FFCB7F2C-6AD5-418A-9984-0E5AA9884A6A}" presName="hierChild4" presStyleCnt="0"/>
      <dgm:spPr/>
    </dgm:pt>
    <dgm:pt modelId="{C20A3748-3AFE-413F-99D1-49EE0BAB365C}" type="pres">
      <dgm:prSet presAssocID="{4C79935F-9D51-4326-84CE-22AC84752E7C}" presName="Name37" presStyleLbl="parChTrans1D4" presStyleIdx="13" presStyleCnt="35"/>
      <dgm:spPr/>
    </dgm:pt>
    <dgm:pt modelId="{C3C4C97B-1CBF-417C-B7D7-B53538E1B18D}" type="pres">
      <dgm:prSet presAssocID="{AA68DBA1-FC31-42B7-AC2F-72B39B9B42ED}" presName="hierRoot2" presStyleCnt="0">
        <dgm:presLayoutVars>
          <dgm:hierBranch val="init"/>
        </dgm:presLayoutVars>
      </dgm:prSet>
      <dgm:spPr/>
    </dgm:pt>
    <dgm:pt modelId="{ACD006A8-0D63-49A4-8454-7C2BD1B80636}" type="pres">
      <dgm:prSet presAssocID="{AA68DBA1-FC31-42B7-AC2F-72B39B9B42ED}" presName="rootComposite" presStyleCnt="0"/>
      <dgm:spPr/>
    </dgm:pt>
    <dgm:pt modelId="{56AC6F3C-9E8B-464F-828D-D4B73895E23B}" type="pres">
      <dgm:prSet presAssocID="{AA68DBA1-FC31-42B7-AC2F-72B39B9B42ED}" presName="rootText" presStyleLbl="node4" presStyleIdx="13" presStyleCnt="35">
        <dgm:presLayoutVars>
          <dgm:chPref val="3"/>
        </dgm:presLayoutVars>
      </dgm:prSet>
      <dgm:spPr/>
    </dgm:pt>
    <dgm:pt modelId="{9F0F0188-FAB4-480D-91B7-8ED71D9AFA05}" type="pres">
      <dgm:prSet presAssocID="{AA68DBA1-FC31-42B7-AC2F-72B39B9B42ED}" presName="rootConnector" presStyleLbl="node4" presStyleIdx="13" presStyleCnt="35"/>
      <dgm:spPr/>
    </dgm:pt>
    <dgm:pt modelId="{5A244DF2-528C-4D11-AFB1-20A7F2832465}" type="pres">
      <dgm:prSet presAssocID="{AA68DBA1-FC31-42B7-AC2F-72B39B9B42ED}" presName="hierChild4" presStyleCnt="0"/>
      <dgm:spPr/>
    </dgm:pt>
    <dgm:pt modelId="{1DA29D05-9BEA-48D0-B678-F2DC2825B4DC}" type="pres">
      <dgm:prSet presAssocID="{AA68DBA1-FC31-42B7-AC2F-72B39B9B42ED}" presName="hierChild5" presStyleCnt="0"/>
      <dgm:spPr/>
    </dgm:pt>
    <dgm:pt modelId="{43DCD0D8-C92C-492F-81BB-D725996EFB6D}" type="pres">
      <dgm:prSet presAssocID="{EA61BFDD-8E86-43DB-90A9-3A22390917A3}" presName="Name37" presStyleLbl="parChTrans1D4" presStyleIdx="14" presStyleCnt="35"/>
      <dgm:spPr/>
    </dgm:pt>
    <dgm:pt modelId="{DB6F779F-DD96-46A2-978F-7025DF694717}" type="pres">
      <dgm:prSet presAssocID="{44D3D75E-417A-4286-A753-B7526442E64A}" presName="hierRoot2" presStyleCnt="0">
        <dgm:presLayoutVars>
          <dgm:hierBranch val="init"/>
        </dgm:presLayoutVars>
      </dgm:prSet>
      <dgm:spPr/>
    </dgm:pt>
    <dgm:pt modelId="{2CAC4C69-0524-41F0-A7AB-0A873E7A5FFE}" type="pres">
      <dgm:prSet presAssocID="{44D3D75E-417A-4286-A753-B7526442E64A}" presName="rootComposite" presStyleCnt="0"/>
      <dgm:spPr/>
    </dgm:pt>
    <dgm:pt modelId="{F77F24E4-746C-4DD2-B6F0-86A2C204AB6A}" type="pres">
      <dgm:prSet presAssocID="{44D3D75E-417A-4286-A753-B7526442E64A}" presName="rootText" presStyleLbl="node4" presStyleIdx="14" presStyleCnt="35">
        <dgm:presLayoutVars>
          <dgm:chPref val="3"/>
        </dgm:presLayoutVars>
      </dgm:prSet>
      <dgm:spPr/>
    </dgm:pt>
    <dgm:pt modelId="{6995B0C3-63AE-4776-8F4A-6753F09E745D}" type="pres">
      <dgm:prSet presAssocID="{44D3D75E-417A-4286-A753-B7526442E64A}" presName="rootConnector" presStyleLbl="node4" presStyleIdx="14" presStyleCnt="35"/>
      <dgm:spPr/>
    </dgm:pt>
    <dgm:pt modelId="{158745AA-0C04-4938-8800-E3E5421CB514}" type="pres">
      <dgm:prSet presAssocID="{44D3D75E-417A-4286-A753-B7526442E64A}" presName="hierChild4" presStyleCnt="0"/>
      <dgm:spPr/>
    </dgm:pt>
    <dgm:pt modelId="{28AE8133-8098-4FC8-982E-2CFE31DD37F3}" type="pres">
      <dgm:prSet presAssocID="{44D3D75E-417A-4286-A753-B7526442E64A}" presName="hierChild5" presStyleCnt="0"/>
      <dgm:spPr/>
    </dgm:pt>
    <dgm:pt modelId="{65DC1AED-E3A1-48D8-B56F-F4BF7513CA8B}" type="pres">
      <dgm:prSet presAssocID="{DA5E8D2E-30D8-40A3-ADD0-0FC49D7A09AA}" presName="Name37" presStyleLbl="parChTrans1D4" presStyleIdx="15" presStyleCnt="35"/>
      <dgm:spPr/>
    </dgm:pt>
    <dgm:pt modelId="{F701A1B0-AC5C-4CC6-8F84-030B205234F3}" type="pres">
      <dgm:prSet presAssocID="{D745BA74-F998-48EF-9348-ECBB52B9EFDB}" presName="hierRoot2" presStyleCnt="0">
        <dgm:presLayoutVars>
          <dgm:hierBranch val="init"/>
        </dgm:presLayoutVars>
      </dgm:prSet>
      <dgm:spPr/>
    </dgm:pt>
    <dgm:pt modelId="{9C880B4F-0061-4BCB-8E90-AEDE09C5E1F2}" type="pres">
      <dgm:prSet presAssocID="{D745BA74-F998-48EF-9348-ECBB52B9EFDB}" presName="rootComposite" presStyleCnt="0"/>
      <dgm:spPr/>
    </dgm:pt>
    <dgm:pt modelId="{A8240B4E-A431-4E56-B8E4-0447471380CC}" type="pres">
      <dgm:prSet presAssocID="{D745BA74-F998-48EF-9348-ECBB52B9EFDB}" presName="rootText" presStyleLbl="node4" presStyleIdx="15" presStyleCnt="35">
        <dgm:presLayoutVars>
          <dgm:chPref val="3"/>
        </dgm:presLayoutVars>
      </dgm:prSet>
      <dgm:spPr/>
    </dgm:pt>
    <dgm:pt modelId="{5DD65F5B-7A71-4558-AEE7-9F65095FA9EF}" type="pres">
      <dgm:prSet presAssocID="{D745BA74-F998-48EF-9348-ECBB52B9EFDB}" presName="rootConnector" presStyleLbl="node4" presStyleIdx="15" presStyleCnt="35"/>
      <dgm:spPr/>
    </dgm:pt>
    <dgm:pt modelId="{C730F337-AB72-4F46-B26F-EDEC91325002}" type="pres">
      <dgm:prSet presAssocID="{D745BA74-F998-48EF-9348-ECBB52B9EFDB}" presName="hierChild4" presStyleCnt="0"/>
      <dgm:spPr/>
    </dgm:pt>
    <dgm:pt modelId="{BDA488CA-3510-4FD4-8EF7-73429C3D8359}" type="pres">
      <dgm:prSet presAssocID="{D745BA74-F998-48EF-9348-ECBB52B9EFDB}" presName="hierChild5" presStyleCnt="0"/>
      <dgm:spPr/>
    </dgm:pt>
    <dgm:pt modelId="{36D7DD27-C337-40C7-BC4C-2169FF8E6208}" type="pres">
      <dgm:prSet presAssocID="{08612D1E-BE26-48A9-93B7-698CF25026D3}" presName="Name37" presStyleLbl="parChTrans1D4" presStyleIdx="16" presStyleCnt="35"/>
      <dgm:spPr/>
    </dgm:pt>
    <dgm:pt modelId="{6BC6BB4B-B440-4078-858B-50EC453B3C98}" type="pres">
      <dgm:prSet presAssocID="{63A2FD4E-DF53-4CB9-9C2F-0763390DC397}" presName="hierRoot2" presStyleCnt="0">
        <dgm:presLayoutVars>
          <dgm:hierBranch val="init"/>
        </dgm:presLayoutVars>
      </dgm:prSet>
      <dgm:spPr/>
    </dgm:pt>
    <dgm:pt modelId="{8EBA0E00-0741-4919-B4BE-9E0AF7050E53}" type="pres">
      <dgm:prSet presAssocID="{63A2FD4E-DF53-4CB9-9C2F-0763390DC397}" presName="rootComposite" presStyleCnt="0"/>
      <dgm:spPr/>
    </dgm:pt>
    <dgm:pt modelId="{C3AA428E-B676-4245-ADA0-7F33F3019190}" type="pres">
      <dgm:prSet presAssocID="{63A2FD4E-DF53-4CB9-9C2F-0763390DC397}" presName="rootText" presStyleLbl="node4" presStyleIdx="16" presStyleCnt="35">
        <dgm:presLayoutVars>
          <dgm:chPref val="3"/>
        </dgm:presLayoutVars>
      </dgm:prSet>
      <dgm:spPr/>
    </dgm:pt>
    <dgm:pt modelId="{08F0B6A5-89D3-4F9B-830A-D527E27B75ED}" type="pres">
      <dgm:prSet presAssocID="{63A2FD4E-DF53-4CB9-9C2F-0763390DC397}" presName="rootConnector" presStyleLbl="node4" presStyleIdx="16" presStyleCnt="35"/>
      <dgm:spPr/>
    </dgm:pt>
    <dgm:pt modelId="{598171B6-B35A-473B-A91F-20B8D27C349B}" type="pres">
      <dgm:prSet presAssocID="{63A2FD4E-DF53-4CB9-9C2F-0763390DC397}" presName="hierChild4" presStyleCnt="0"/>
      <dgm:spPr/>
    </dgm:pt>
    <dgm:pt modelId="{6BEC1A77-1EE8-4545-B16F-B9D2090E9C95}" type="pres">
      <dgm:prSet presAssocID="{63A2FD4E-DF53-4CB9-9C2F-0763390DC397}" presName="hierChild5" presStyleCnt="0"/>
      <dgm:spPr/>
    </dgm:pt>
    <dgm:pt modelId="{637C0189-1129-419E-BABE-9EE65CF6A763}" type="pres">
      <dgm:prSet presAssocID="{0560018E-E17A-4C5E-9140-B75D5ECAED10}" presName="Name37" presStyleLbl="parChTrans1D4" presStyleIdx="17" presStyleCnt="35"/>
      <dgm:spPr/>
    </dgm:pt>
    <dgm:pt modelId="{22BD2138-F774-4DCE-9E5E-A0F35D7FAC26}" type="pres">
      <dgm:prSet presAssocID="{E2AB6375-FFA4-464E-990A-72025EFF7D0D}" presName="hierRoot2" presStyleCnt="0">
        <dgm:presLayoutVars>
          <dgm:hierBranch val="init"/>
        </dgm:presLayoutVars>
      </dgm:prSet>
      <dgm:spPr/>
    </dgm:pt>
    <dgm:pt modelId="{FB78C22A-0BA1-4260-97E6-AF551BBF9D46}" type="pres">
      <dgm:prSet presAssocID="{E2AB6375-FFA4-464E-990A-72025EFF7D0D}" presName="rootComposite" presStyleCnt="0"/>
      <dgm:spPr/>
    </dgm:pt>
    <dgm:pt modelId="{F48B73C8-B376-415E-80C2-2218B28789E2}" type="pres">
      <dgm:prSet presAssocID="{E2AB6375-FFA4-464E-990A-72025EFF7D0D}" presName="rootText" presStyleLbl="node4" presStyleIdx="17" presStyleCnt="35">
        <dgm:presLayoutVars>
          <dgm:chPref val="3"/>
        </dgm:presLayoutVars>
      </dgm:prSet>
      <dgm:spPr/>
    </dgm:pt>
    <dgm:pt modelId="{56A04BF4-687C-4B17-9F4F-88F699EE6677}" type="pres">
      <dgm:prSet presAssocID="{E2AB6375-FFA4-464E-990A-72025EFF7D0D}" presName="rootConnector" presStyleLbl="node4" presStyleIdx="17" presStyleCnt="35"/>
      <dgm:spPr/>
    </dgm:pt>
    <dgm:pt modelId="{E37CC4CF-A593-496C-9732-158425C3D715}" type="pres">
      <dgm:prSet presAssocID="{E2AB6375-FFA4-464E-990A-72025EFF7D0D}" presName="hierChild4" presStyleCnt="0"/>
      <dgm:spPr/>
    </dgm:pt>
    <dgm:pt modelId="{BB2FA2AD-1CD0-4833-9AC4-6FC0692C3DD3}" type="pres">
      <dgm:prSet presAssocID="{E2AB6375-FFA4-464E-990A-72025EFF7D0D}" presName="hierChild5" presStyleCnt="0"/>
      <dgm:spPr/>
    </dgm:pt>
    <dgm:pt modelId="{751A8547-B490-4FAA-B956-0B665E2FB08A}" type="pres">
      <dgm:prSet presAssocID="{DCFD4730-80A5-4877-A32E-6376C1182520}" presName="Name37" presStyleLbl="parChTrans1D4" presStyleIdx="18" presStyleCnt="35"/>
      <dgm:spPr/>
    </dgm:pt>
    <dgm:pt modelId="{FFFA6909-B517-4BEA-9D49-0E764275B75D}" type="pres">
      <dgm:prSet presAssocID="{351CAA09-2408-482D-80B7-0C030E8F5762}" presName="hierRoot2" presStyleCnt="0">
        <dgm:presLayoutVars>
          <dgm:hierBranch val="init"/>
        </dgm:presLayoutVars>
      </dgm:prSet>
      <dgm:spPr/>
    </dgm:pt>
    <dgm:pt modelId="{8CAFB343-C26F-4DCF-A458-0F4A7267167B}" type="pres">
      <dgm:prSet presAssocID="{351CAA09-2408-482D-80B7-0C030E8F5762}" presName="rootComposite" presStyleCnt="0"/>
      <dgm:spPr/>
    </dgm:pt>
    <dgm:pt modelId="{A3217A5C-22AC-4475-9119-31D2501C8F14}" type="pres">
      <dgm:prSet presAssocID="{351CAA09-2408-482D-80B7-0C030E8F5762}" presName="rootText" presStyleLbl="node4" presStyleIdx="18" presStyleCnt="35">
        <dgm:presLayoutVars>
          <dgm:chPref val="3"/>
        </dgm:presLayoutVars>
      </dgm:prSet>
      <dgm:spPr/>
    </dgm:pt>
    <dgm:pt modelId="{C714388F-DE34-488E-B5EB-57C442FFA88F}" type="pres">
      <dgm:prSet presAssocID="{351CAA09-2408-482D-80B7-0C030E8F5762}" presName="rootConnector" presStyleLbl="node4" presStyleIdx="18" presStyleCnt="35"/>
      <dgm:spPr/>
    </dgm:pt>
    <dgm:pt modelId="{53B05472-BD26-4552-BDED-2E89ECFC5587}" type="pres">
      <dgm:prSet presAssocID="{351CAA09-2408-482D-80B7-0C030E8F5762}" presName="hierChild4" presStyleCnt="0"/>
      <dgm:spPr/>
    </dgm:pt>
    <dgm:pt modelId="{31A346F2-98F8-4669-82F6-7D8BC8C0C4D7}" type="pres">
      <dgm:prSet presAssocID="{351CAA09-2408-482D-80B7-0C030E8F5762}" presName="hierChild5" presStyleCnt="0"/>
      <dgm:spPr/>
    </dgm:pt>
    <dgm:pt modelId="{7B254277-0F5A-4E1D-9328-547FCC03190B}" type="pres">
      <dgm:prSet presAssocID="{4020D5EB-B114-415A-95A6-5915E312F11F}" presName="Name37" presStyleLbl="parChTrans1D4" presStyleIdx="19" presStyleCnt="35"/>
      <dgm:spPr/>
    </dgm:pt>
    <dgm:pt modelId="{95A7C87F-F657-4530-8671-A4F81CBD5FB0}" type="pres">
      <dgm:prSet presAssocID="{DEF234FC-95E1-45D1-8ABD-AA323D043E80}" presName="hierRoot2" presStyleCnt="0">
        <dgm:presLayoutVars>
          <dgm:hierBranch val="init"/>
        </dgm:presLayoutVars>
      </dgm:prSet>
      <dgm:spPr/>
    </dgm:pt>
    <dgm:pt modelId="{C86D256A-4D56-4ADA-ABD3-6BBC32C5987A}" type="pres">
      <dgm:prSet presAssocID="{DEF234FC-95E1-45D1-8ABD-AA323D043E80}" presName="rootComposite" presStyleCnt="0"/>
      <dgm:spPr/>
    </dgm:pt>
    <dgm:pt modelId="{B4694DA0-CA7B-477A-A37B-230B9FD4B578}" type="pres">
      <dgm:prSet presAssocID="{DEF234FC-95E1-45D1-8ABD-AA323D043E80}" presName="rootText" presStyleLbl="node4" presStyleIdx="19" presStyleCnt="35">
        <dgm:presLayoutVars>
          <dgm:chPref val="3"/>
        </dgm:presLayoutVars>
      </dgm:prSet>
      <dgm:spPr/>
    </dgm:pt>
    <dgm:pt modelId="{3CDAA18E-8299-4B30-9637-0FAF4DE2031F}" type="pres">
      <dgm:prSet presAssocID="{DEF234FC-95E1-45D1-8ABD-AA323D043E80}" presName="rootConnector" presStyleLbl="node4" presStyleIdx="19" presStyleCnt="35"/>
      <dgm:spPr/>
    </dgm:pt>
    <dgm:pt modelId="{F1577FA2-9B3E-418E-AE30-8F94731304B3}" type="pres">
      <dgm:prSet presAssocID="{DEF234FC-95E1-45D1-8ABD-AA323D043E80}" presName="hierChild4" presStyleCnt="0"/>
      <dgm:spPr/>
    </dgm:pt>
    <dgm:pt modelId="{A3CD0F13-BB80-4E47-BE0A-CBB93C24987D}" type="pres">
      <dgm:prSet presAssocID="{DEF234FC-95E1-45D1-8ABD-AA323D043E80}" presName="hierChild5" presStyleCnt="0"/>
      <dgm:spPr/>
    </dgm:pt>
    <dgm:pt modelId="{38E26F9D-2459-4A21-8E4E-91788DAC185B}" type="pres">
      <dgm:prSet presAssocID="{FFCB7F2C-6AD5-418A-9984-0E5AA9884A6A}" presName="hierChild5" presStyleCnt="0"/>
      <dgm:spPr/>
    </dgm:pt>
    <dgm:pt modelId="{D78F0F7D-62CF-4E4D-97FD-19533E42AC1F}" type="pres">
      <dgm:prSet presAssocID="{ECBABEE6-287D-4698-BC9B-BDFC4BB16BEB}" presName="hierChild5" presStyleCnt="0"/>
      <dgm:spPr/>
    </dgm:pt>
    <dgm:pt modelId="{BCA5D47E-DFBF-4D6B-8321-4C0CA9509A68}" type="pres">
      <dgm:prSet presAssocID="{1FD3E1B8-2063-4B02-922A-0DC569E23311}" presName="hierChild5" presStyleCnt="0"/>
      <dgm:spPr/>
    </dgm:pt>
    <dgm:pt modelId="{B0B79132-2C22-4286-8B48-BB45DF8399C9}" type="pres">
      <dgm:prSet presAssocID="{9CDE0A40-6945-4285-86F8-5CFE3EADF78E}" presName="Name37" presStyleLbl="parChTrans1D2" presStyleIdx="1" presStyleCnt="2"/>
      <dgm:spPr/>
    </dgm:pt>
    <dgm:pt modelId="{E92BD1C6-5669-48BB-8CBD-A3BFD4879E6A}" type="pres">
      <dgm:prSet presAssocID="{43A376A6-BEBB-4EC7-B4F4-0B7F8B75DF18}" presName="hierRoot2" presStyleCnt="0">
        <dgm:presLayoutVars>
          <dgm:hierBranch val="init"/>
        </dgm:presLayoutVars>
      </dgm:prSet>
      <dgm:spPr/>
    </dgm:pt>
    <dgm:pt modelId="{9DB89CE2-721F-4681-BA1A-0D6C9C875F01}" type="pres">
      <dgm:prSet presAssocID="{43A376A6-BEBB-4EC7-B4F4-0B7F8B75DF18}" presName="rootComposite" presStyleCnt="0"/>
      <dgm:spPr/>
    </dgm:pt>
    <dgm:pt modelId="{23D16FC4-C804-46DE-B72F-38C3C7C34659}" type="pres">
      <dgm:prSet presAssocID="{43A376A6-BEBB-4EC7-B4F4-0B7F8B75DF18}" presName="rootText" presStyleLbl="node2" presStyleIdx="1" presStyleCnt="2">
        <dgm:presLayoutVars>
          <dgm:chPref val="3"/>
        </dgm:presLayoutVars>
      </dgm:prSet>
      <dgm:spPr/>
    </dgm:pt>
    <dgm:pt modelId="{C595061E-CDEB-48A8-A74C-6930EF3FA54D}" type="pres">
      <dgm:prSet presAssocID="{43A376A6-BEBB-4EC7-B4F4-0B7F8B75DF18}" presName="rootConnector" presStyleLbl="node2" presStyleIdx="1" presStyleCnt="2"/>
      <dgm:spPr/>
    </dgm:pt>
    <dgm:pt modelId="{12E27000-3BC1-464E-82D1-B54E2D19A6AD}" type="pres">
      <dgm:prSet presAssocID="{43A376A6-BEBB-4EC7-B4F4-0B7F8B75DF18}" presName="hierChild4" presStyleCnt="0"/>
      <dgm:spPr/>
    </dgm:pt>
    <dgm:pt modelId="{805CFC25-7FE6-4D1C-9FB7-CF54320F79B8}" type="pres">
      <dgm:prSet presAssocID="{CDBAAE44-F6B4-4EE2-B77E-9E5AB1A7F009}" presName="Name37" presStyleLbl="parChTrans1D3" presStyleIdx="3" presStyleCnt="8"/>
      <dgm:spPr/>
    </dgm:pt>
    <dgm:pt modelId="{B66065BE-1840-4AB0-A1AE-D5BD364C23EB}" type="pres">
      <dgm:prSet presAssocID="{1580D369-41EC-4AF2-8151-FF941B11E73E}" presName="hierRoot2" presStyleCnt="0">
        <dgm:presLayoutVars>
          <dgm:hierBranch val="init"/>
        </dgm:presLayoutVars>
      </dgm:prSet>
      <dgm:spPr/>
    </dgm:pt>
    <dgm:pt modelId="{C2B236B9-C0CA-4AD1-AB8C-8FDC3539E8C3}" type="pres">
      <dgm:prSet presAssocID="{1580D369-41EC-4AF2-8151-FF941B11E73E}" presName="rootComposite" presStyleCnt="0"/>
      <dgm:spPr/>
    </dgm:pt>
    <dgm:pt modelId="{FD0553E0-DF92-4948-BA75-A6DAB0D47E8E}" type="pres">
      <dgm:prSet presAssocID="{1580D369-41EC-4AF2-8151-FF941B11E73E}" presName="rootText" presStyleLbl="node3" presStyleIdx="3" presStyleCnt="8">
        <dgm:presLayoutVars>
          <dgm:chPref val="3"/>
        </dgm:presLayoutVars>
      </dgm:prSet>
      <dgm:spPr/>
    </dgm:pt>
    <dgm:pt modelId="{7C9E3FE3-7356-4296-BB81-5D99B6C479EA}" type="pres">
      <dgm:prSet presAssocID="{1580D369-41EC-4AF2-8151-FF941B11E73E}" presName="rootConnector" presStyleLbl="node3" presStyleIdx="3" presStyleCnt="8"/>
      <dgm:spPr/>
    </dgm:pt>
    <dgm:pt modelId="{EF5B2CB5-94FE-44E8-953F-093031D5C81D}" type="pres">
      <dgm:prSet presAssocID="{1580D369-41EC-4AF2-8151-FF941B11E73E}" presName="hierChild4" presStyleCnt="0"/>
      <dgm:spPr/>
    </dgm:pt>
    <dgm:pt modelId="{0D6EA429-02C3-41B8-B5D4-3741D26DB907}" type="pres">
      <dgm:prSet presAssocID="{1580D369-41EC-4AF2-8151-FF941B11E73E}" presName="hierChild5" presStyleCnt="0"/>
      <dgm:spPr/>
    </dgm:pt>
    <dgm:pt modelId="{221C5653-A063-4BA2-85F4-606EB57FE20B}" type="pres">
      <dgm:prSet presAssocID="{936A35DF-79E5-4444-A2D5-64343421F3DB}" presName="Name37" presStyleLbl="parChTrans1D3" presStyleIdx="4" presStyleCnt="8"/>
      <dgm:spPr/>
    </dgm:pt>
    <dgm:pt modelId="{8BEB54F0-3E91-421D-8976-A3B31A7EFE08}" type="pres">
      <dgm:prSet presAssocID="{13928332-6699-4125-A9B7-13CE3BC80A46}" presName="hierRoot2" presStyleCnt="0">
        <dgm:presLayoutVars>
          <dgm:hierBranch val="init"/>
        </dgm:presLayoutVars>
      </dgm:prSet>
      <dgm:spPr/>
    </dgm:pt>
    <dgm:pt modelId="{FA91B341-E258-401A-A9AD-E87C3735DCCB}" type="pres">
      <dgm:prSet presAssocID="{13928332-6699-4125-A9B7-13CE3BC80A46}" presName="rootComposite" presStyleCnt="0"/>
      <dgm:spPr/>
    </dgm:pt>
    <dgm:pt modelId="{66BA419E-0BE2-4D3F-9777-E0B7FBAEC5BD}" type="pres">
      <dgm:prSet presAssocID="{13928332-6699-4125-A9B7-13CE3BC80A46}" presName="rootText" presStyleLbl="node3" presStyleIdx="4" presStyleCnt="8">
        <dgm:presLayoutVars>
          <dgm:chPref val="3"/>
        </dgm:presLayoutVars>
      </dgm:prSet>
      <dgm:spPr/>
    </dgm:pt>
    <dgm:pt modelId="{A2EF156C-E6A8-4B15-BC23-3288D42DF027}" type="pres">
      <dgm:prSet presAssocID="{13928332-6699-4125-A9B7-13CE3BC80A46}" presName="rootConnector" presStyleLbl="node3" presStyleIdx="4" presStyleCnt="8"/>
      <dgm:spPr/>
    </dgm:pt>
    <dgm:pt modelId="{99F34DF7-0D6F-49B4-B59C-4BAF4C7FE47F}" type="pres">
      <dgm:prSet presAssocID="{13928332-6699-4125-A9B7-13CE3BC80A46}" presName="hierChild4" presStyleCnt="0"/>
      <dgm:spPr/>
    </dgm:pt>
    <dgm:pt modelId="{76ABC96B-BBEB-4BAA-8F11-248F695AC1AE}" type="pres">
      <dgm:prSet presAssocID="{388C6769-9306-4BA2-ABCC-645C02F0F4F0}" presName="Name37" presStyleLbl="parChTrans1D4" presStyleIdx="20" presStyleCnt="35"/>
      <dgm:spPr/>
    </dgm:pt>
    <dgm:pt modelId="{3B8E42B2-0AA2-4CF1-8942-081B5D251F47}" type="pres">
      <dgm:prSet presAssocID="{23090C67-1223-4EC4-8D20-37934DC42278}" presName="hierRoot2" presStyleCnt="0">
        <dgm:presLayoutVars>
          <dgm:hierBranch val="init"/>
        </dgm:presLayoutVars>
      </dgm:prSet>
      <dgm:spPr/>
    </dgm:pt>
    <dgm:pt modelId="{ABA5EFA2-2E10-4C2D-A817-EFA113D0F52F}" type="pres">
      <dgm:prSet presAssocID="{23090C67-1223-4EC4-8D20-37934DC42278}" presName="rootComposite" presStyleCnt="0"/>
      <dgm:spPr/>
    </dgm:pt>
    <dgm:pt modelId="{8F7386E6-174F-4F2D-B32C-6B352000558A}" type="pres">
      <dgm:prSet presAssocID="{23090C67-1223-4EC4-8D20-37934DC42278}" presName="rootText" presStyleLbl="node4" presStyleIdx="20" presStyleCnt="35">
        <dgm:presLayoutVars>
          <dgm:chPref val="3"/>
        </dgm:presLayoutVars>
      </dgm:prSet>
      <dgm:spPr/>
    </dgm:pt>
    <dgm:pt modelId="{0DCF7112-B119-42F6-9985-1A7C79573215}" type="pres">
      <dgm:prSet presAssocID="{23090C67-1223-4EC4-8D20-37934DC42278}" presName="rootConnector" presStyleLbl="node4" presStyleIdx="20" presStyleCnt="35"/>
      <dgm:spPr/>
    </dgm:pt>
    <dgm:pt modelId="{A813BE6A-9A9E-4DC4-ABD4-6781A88A76C2}" type="pres">
      <dgm:prSet presAssocID="{23090C67-1223-4EC4-8D20-37934DC42278}" presName="hierChild4" presStyleCnt="0"/>
      <dgm:spPr/>
    </dgm:pt>
    <dgm:pt modelId="{B37D249D-8C9B-4866-9662-865D8A998011}" type="pres">
      <dgm:prSet presAssocID="{23090C67-1223-4EC4-8D20-37934DC42278}" presName="hierChild5" presStyleCnt="0"/>
      <dgm:spPr/>
    </dgm:pt>
    <dgm:pt modelId="{5E09F119-E6B8-4A1D-BD1D-F86E03E46E1C}" type="pres">
      <dgm:prSet presAssocID="{2353A8A1-EFEE-4C7B-80AB-9DA8712C24F1}" presName="Name37" presStyleLbl="parChTrans1D4" presStyleIdx="21" presStyleCnt="35"/>
      <dgm:spPr/>
    </dgm:pt>
    <dgm:pt modelId="{B5D451DF-B405-4122-9237-1FE9E3C38BD6}" type="pres">
      <dgm:prSet presAssocID="{0BF6F5A0-3D3B-41D9-84C2-0863E50E3C46}" presName="hierRoot2" presStyleCnt="0">
        <dgm:presLayoutVars>
          <dgm:hierBranch val="init"/>
        </dgm:presLayoutVars>
      </dgm:prSet>
      <dgm:spPr/>
    </dgm:pt>
    <dgm:pt modelId="{66EF9A3F-8097-4DE2-8313-B6216218A45B}" type="pres">
      <dgm:prSet presAssocID="{0BF6F5A0-3D3B-41D9-84C2-0863E50E3C46}" presName="rootComposite" presStyleCnt="0"/>
      <dgm:spPr/>
    </dgm:pt>
    <dgm:pt modelId="{3E83E1ED-D233-4AE0-8F2A-53EB9321B46A}" type="pres">
      <dgm:prSet presAssocID="{0BF6F5A0-3D3B-41D9-84C2-0863E50E3C46}" presName="rootText" presStyleLbl="node4" presStyleIdx="21" presStyleCnt="35">
        <dgm:presLayoutVars>
          <dgm:chPref val="3"/>
        </dgm:presLayoutVars>
      </dgm:prSet>
      <dgm:spPr/>
    </dgm:pt>
    <dgm:pt modelId="{C7B927E5-361C-4D4A-AF4F-67E586F36456}" type="pres">
      <dgm:prSet presAssocID="{0BF6F5A0-3D3B-41D9-84C2-0863E50E3C46}" presName="rootConnector" presStyleLbl="node4" presStyleIdx="21" presStyleCnt="35"/>
      <dgm:spPr/>
    </dgm:pt>
    <dgm:pt modelId="{40CE3C44-8F80-4745-9090-6FF8A9020D20}" type="pres">
      <dgm:prSet presAssocID="{0BF6F5A0-3D3B-41D9-84C2-0863E50E3C46}" presName="hierChild4" presStyleCnt="0"/>
      <dgm:spPr/>
    </dgm:pt>
    <dgm:pt modelId="{2E7483AA-34A4-4058-AF26-E2042A634870}" type="pres">
      <dgm:prSet presAssocID="{0BF6F5A0-3D3B-41D9-84C2-0863E50E3C46}" presName="hierChild5" presStyleCnt="0"/>
      <dgm:spPr/>
    </dgm:pt>
    <dgm:pt modelId="{03A791CB-0114-4C45-B567-A823A60811E1}" type="pres">
      <dgm:prSet presAssocID="{13928332-6699-4125-A9B7-13CE3BC80A46}" presName="hierChild5" presStyleCnt="0"/>
      <dgm:spPr/>
    </dgm:pt>
    <dgm:pt modelId="{9737DDC2-4E9C-4429-91F1-0756C891F8F1}" type="pres">
      <dgm:prSet presAssocID="{DC4B229B-5C6C-4E78-A0F7-B6D6FA8AE44E}" presName="Name37" presStyleLbl="parChTrans1D3" presStyleIdx="5" presStyleCnt="8"/>
      <dgm:spPr/>
    </dgm:pt>
    <dgm:pt modelId="{96135004-B0E7-40C8-9B0D-BCEF323FC445}" type="pres">
      <dgm:prSet presAssocID="{0A22B41E-3D74-4A41-8C9C-6037D88E44C8}" presName="hierRoot2" presStyleCnt="0">
        <dgm:presLayoutVars>
          <dgm:hierBranch val="init"/>
        </dgm:presLayoutVars>
      </dgm:prSet>
      <dgm:spPr/>
    </dgm:pt>
    <dgm:pt modelId="{84078134-D4D7-4643-81A0-C11962E3FAAE}" type="pres">
      <dgm:prSet presAssocID="{0A22B41E-3D74-4A41-8C9C-6037D88E44C8}" presName="rootComposite" presStyleCnt="0"/>
      <dgm:spPr/>
    </dgm:pt>
    <dgm:pt modelId="{9E835237-CD5F-4343-B5A1-F63CBD2A15D8}" type="pres">
      <dgm:prSet presAssocID="{0A22B41E-3D74-4A41-8C9C-6037D88E44C8}" presName="rootText" presStyleLbl="node3" presStyleIdx="5" presStyleCnt="8">
        <dgm:presLayoutVars>
          <dgm:chPref val="3"/>
        </dgm:presLayoutVars>
      </dgm:prSet>
      <dgm:spPr/>
    </dgm:pt>
    <dgm:pt modelId="{BD003287-DEDD-4D01-A2FC-DA0A70DB906A}" type="pres">
      <dgm:prSet presAssocID="{0A22B41E-3D74-4A41-8C9C-6037D88E44C8}" presName="rootConnector" presStyleLbl="node3" presStyleIdx="5" presStyleCnt="8"/>
      <dgm:spPr/>
    </dgm:pt>
    <dgm:pt modelId="{DFD5C96C-E0F6-4599-94B7-329A75080BE8}" type="pres">
      <dgm:prSet presAssocID="{0A22B41E-3D74-4A41-8C9C-6037D88E44C8}" presName="hierChild4" presStyleCnt="0"/>
      <dgm:spPr/>
    </dgm:pt>
    <dgm:pt modelId="{0BBB1A2E-69EF-45EB-A671-543B1B04923F}" type="pres">
      <dgm:prSet presAssocID="{9FCDA867-206B-431F-B5CE-FDB518CA9C05}" presName="Name37" presStyleLbl="parChTrans1D4" presStyleIdx="22" presStyleCnt="35"/>
      <dgm:spPr/>
    </dgm:pt>
    <dgm:pt modelId="{3D23DFEB-7962-4627-A9FD-7A8D62317C09}" type="pres">
      <dgm:prSet presAssocID="{BA175541-1377-4F92-B560-423C312DED49}" presName="hierRoot2" presStyleCnt="0">
        <dgm:presLayoutVars>
          <dgm:hierBranch val="init"/>
        </dgm:presLayoutVars>
      </dgm:prSet>
      <dgm:spPr/>
    </dgm:pt>
    <dgm:pt modelId="{1580CCBA-0A8D-422D-9709-20AE838A87CC}" type="pres">
      <dgm:prSet presAssocID="{BA175541-1377-4F92-B560-423C312DED49}" presName="rootComposite" presStyleCnt="0"/>
      <dgm:spPr/>
    </dgm:pt>
    <dgm:pt modelId="{46B7D19D-498B-47C8-9A6A-268F3C1D14CA}" type="pres">
      <dgm:prSet presAssocID="{BA175541-1377-4F92-B560-423C312DED49}" presName="rootText" presStyleLbl="node4" presStyleIdx="22" presStyleCnt="35">
        <dgm:presLayoutVars>
          <dgm:chPref val="3"/>
        </dgm:presLayoutVars>
      </dgm:prSet>
      <dgm:spPr/>
    </dgm:pt>
    <dgm:pt modelId="{9EC78C18-F1BC-42BD-87B4-4E42B799A416}" type="pres">
      <dgm:prSet presAssocID="{BA175541-1377-4F92-B560-423C312DED49}" presName="rootConnector" presStyleLbl="node4" presStyleIdx="22" presStyleCnt="35"/>
      <dgm:spPr/>
    </dgm:pt>
    <dgm:pt modelId="{F231E545-FA0F-4A48-A5A1-DEF693D6A076}" type="pres">
      <dgm:prSet presAssocID="{BA175541-1377-4F92-B560-423C312DED49}" presName="hierChild4" presStyleCnt="0"/>
      <dgm:spPr/>
    </dgm:pt>
    <dgm:pt modelId="{705668F2-CCBB-4DF6-87FC-099AB5BBAC87}" type="pres">
      <dgm:prSet presAssocID="{BA175541-1377-4F92-B560-423C312DED49}" presName="hierChild5" presStyleCnt="0"/>
      <dgm:spPr/>
    </dgm:pt>
    <dgm:pt modelId="{CF7EF0DE-3435-4145-9CED-6CC2EE300D92}" type="pres">
      <dgm:prSet presAssocID="{105515F5-D839-4C1E-B16C-777298E06929}" presName="Name37" presStyleLbl="parChTrans1D4" presStyleIdx="23" presStyleCnt="35"/>
      <dgm:spPr/>
    </dgm:pt>
    <dgm:pt modelId="{BEC1D652-17B0-4E27-8711-02308EA8273E}" type="pres">
      <dgm:prSet presAssocID="{D8DBCB74-E742-419D-A49C-9B38CDB43D3F}" presName="hierRoot2" presStyleCnt="0">
        <dgm:presLayoutVars>
          <dgm:hierBranch val="init"/>
        </dgm:presLayoutVars>
      </dgm:prSet>
      <dgm:spPr/>
    </dgm:pt>
    <dgm:pt modelId="{E1A53A3E-8465-47A7-A59F-C8A8D11E0A9D}" type="pres">
      <dgm:prSet presAssocID="{D8DBCB74-E742-419D-A49C-9B38CDB43D3F}" presName="rootComposite" presStyleCnt="0"/>
      <dgm:spPr/>
    </dgm:pt>
    <dgm:pt modelId="{CC8E75B9-6D31-4EBA-B1F6-4DAB12E3FF5B}" type="pres">
      <dgm:prSet presAssocID="{D8DBCB74-E742-419D-A49C-9B38CDB43D3F}" presName="rootText" presStyleLbl="node4" presStyleIdx="23" presStyleCnt="35">
        <dgm:presLayoutVars>
          <dgm:chPref val="3"/>
        </dgm:presLayoutVars>
      </dgm:prSet>
      <dgm:spPr/>
    </dgm:pt>
    <dgm:pt modelId="{725105FF-4236-407A-B9D0-7249101C07FB}" type="pres">
      <dgm:prSet presAssocID="{D8DBCB74-E742-419D-A49C-9B38CDB43D3F}" presName="rootConnector" presStyleLbl="node4" presStyleIdx="23" presStyleCnt="35"/>
      <dgm:spPr/>
    </dgm:pt>
    <dgm:pt modelId="{06EFF110-0244-44C5-B595-57113E4B8BBF}" type="pres">
      <dgm:prSet presAssocID="{D8DBCB74-E742-419D-A49C-9B38CDB43D3F}" presName="hierChild4" presStyleCnt="0"/>
      <dgm:spPr/>
    </dgm:pt>
    <dgm:pt modelId="{4F39BEC3-97FD-42B6-9601-A85590CAD64A}" type="pres">
      <dgm:prSet presAssocID="{D8DBCB74-E742-419D-A49C-9B38CDB43D3F}" presName="hierChild5" presStyleCnt="0"/>
      <dgm:spPr/>
    </dgm:pt>
    <dgm:pt modelId="{7298843C-A6BF-4B87-BB5B-9828F41CBD7C}" type="pres">
      <dgm:prSet presAssocID="{7354768F-F1A2-46E6-94C0-A0F2995C675F}" presName="Name37" presStyleLbl="parChTrans1D4" presStyleIdx="24" presStyleCnt="35"/>
      <dgm:spPr/>
    </dgm:pt>
    <dgm:pt modelId="{FC44684E-DDB3-4363-82DF-2DEAEC0F760B}" type="pres">
      <dgm:prSet presAssocID="{CCF7C459-787B-49DB-94DA-358D54BF33C5}" presName="hierRoot2" presStyleCnt="0">
        <dgm:presLayoutVars>
          <dgm:hierBranch val="init"/>
        </dgm:presLayoutVars>
      </dgm:prSet>
      <dgm:spPr/>
    </dgm:pt>
    <dgm:pt modelId="{25E3F76D-24E6-405A-971F-5FE564F74457}" type="pres">
      <dgm:prSet presAssocID="{CCF7C459-787B-49DB-94DA-358D54BF33C5}" presName="rootComposite" presStyleCnt="0"/>
      <dgm:spPr/>
    </dgm:pt>
    <dgm:pt modelId="{439E56F9-E0D1-4158-882C-6937E7D7C844}" type="pres">
      <dgm:prSet presAssocID="{CCF7C459-787B-49DB-94DA-358D54BF33C5}" presName="rootText" presStyleLbl="node4" presStyleIdx="24" presStyleCnt="35">
        <dgm:presLayoutVars>
          <dgm:chPref val="3"/>
        </dgm:presLayoutVars>
      </dgm:prSet>
      <dgm:spPr/>
    </dgm:pt>
    <dgm:pt modelId="{517A8951-49BD-48CE-A48C-912D8DCE84AE}" type="pres">
      <dgm:prSet presAssocID="{CCF7C459-787B-49DB-94DA-358D54BF33C5}" presName="rootConnector" presStyleLbl="node4" presStyleIdx="24" presStyleCnt="35"/>
      <dgm:spPr/>
    </dgm:pt>
    <dgm:pt modelId="{45ABF682-6D94-4F3F-A33C-4AC7A0AE2288}" type="pres">
      <dgm:prSet presAssocID="{CCF7C459-787B-49DB-94DA-358D54BF33C5}" presName="hierChild4" presStyleCnt="0"/>
      <dgm:spPr/>
    </dgm:pt>
    <dgm:pt modelId="{F278DFF8-0F88-48ED-B823-F067CAE39897}" type="pres">
      <dgm:prSet presAssocID="{CCF7C459-787B-49DB-94DA-358D54BF33C5}" presName="hierChild5" presStyleCnt="0"/>
      <dgm:spPr/>
    </dgm:pt>
    <dgm:pt modelId="{D917191D-E426-47A2-9D93-AFC7A22371F5}" type="pres">
      <dgm:prSet presAssocID="{552D8A64-5A6E-42E5-AF1A-AE436684441C}" presName="Name37" presStyleLbl="parChTrans1D4" presStyleIdx="25" presStyleCnt="35"/>
      <dgm:spPr/>
    </dgm:pt>
    <dgm:pt modelId="{E9EB58D6-96F5-45D8-9E1E-F53DC691E023}" type="pres">
      <dgm:prSet presAssocID="{B492BE4B-E7C3-4D64-B31F-A330AC7DCD8F}" presName="hierRoot2" presStyleCnt="0">
        <dgm:presLayoutVars>
          <dgm:hierBranch val="init"/>
        </dgm:presLayoutVars>
      </dgm:prSet>
      <dgm:spPr/>
    </dgm:pt>
    <dgm:pt modelId="{BF94DAAD-98F8-45BE-85CB-5D16942F20A8}" type="pres">
      <dgm:prSet presAssocID="{B492BE4B-E7C3-4D64-B31F-A330AC7DCD8F}" presName="rootComposite" presStyleCnt="0"/>
      <dgm:spPr/>
    </dgm:pt>
    <dgm:pt modelId="{1893835E-0092-4F86-90BB-FED80EA1EED9}" type="pres">
      <dgm:prSet presAssocID="{B492BE4B-E7C3-4D64-B31F-A330AC7DCD8F}" presName="rootText" presStyleLbl="node4" presStyleIdx="25" presStyleCnt="35">
        <dgm:presLayoutVars>
          <dgm:chPref val="3"/>
        </dgm:presLayoutVars>
      </dgm:prSet>
      <dgm:spPr/>
    </dgm:pt>
    <dgm:pt modelId="{EB48C928-E037-4ECB-9AA5-0FB03310FB15}" type="pres">
      <dgm:prSet presAssocID="{B492BE4B-E7C3-4D64-B31F-A330AC7DCD8F}" presName="rootConnector" presStyleLbl="node4" presStyleIdx="25" presStyleCnt="35"/>
      <dgm:spPr/>
    </dgm:pt>
    <dgm:pt modelId="{42D2D7A1-3C54-49CC-A426-0981D6F9E91E}" type="pres">
      <dgm:prSet presAssocID="{B492BE4B-E7C3-4D64-B31F-A330AC7DCD8F}" presName="hierChild4" presStyleCnt="0"/>
      <dgm:spPr/>
    </dgm:pt>
    <dgm:pt modelId="{C66C2C34-6242-4465-BC40-8DB38EED8BD8}" type="pres">
      <dgm:prSet presAssocID="{B492BE4B-E7C3-4D64-B31F-A330AC7DCD8F}" presName="hierChild5" presStyleCnt="0"/>
      <dgm:spPr/>
    </dgm:pt>
    <dgm:pt modelId="{5059C440-C6BE-41DE-95B6-A9FBE88B72B0}" type="pres">
      <dgm:prSet presAssocID="{D1E5E666-C0E8-4A0C-B5F8-07D262796467}" presName="Name37" presStyleLbl="parChTrans1D4" presStyleIdx="26" presStyleCnt="35"/>
      <dgm:spPr/>
    </dgm:pt>
    <dgm:pt modelId="{49865C04-13AA-4528-9608-9B2412C42AA7}" type="pres">
      <dgm:prSet presAssocID="{63937627-8CC5-4F0D-8FC1-F5356D156656}" presName="hierRoot2" presStyleCnt="0">
        <dgm:presLayoutVars>
          <dgm:hierBranch val="init"/>
        </dgm:presLayoutVars>
      </dgm:prSet>
      <dgm:spPr/>
    </dgm:pt>
    <dgm:pt modelId="{6122099A-56FD-46B2-BC41-AD04FA6C840C}" type="pres">
      <dgm:prSet presAssocID="{63937627-8CC5-4F0D-8FC1-F5356D156656}" presName="rootComposite" presStyleCnt="0"/>
      <dgm:spPr/>
    </dgm:pt>
    <dgm:pt modelId="{82A47582-08F1-4E5A-8D12-0BEE152E6967}" type="pres">
      <dgm:prSet presAssocID="{63937627-8CC5-4F0D-8FC1-F5356D156656}" presName="rootText" presStyleLbl="node4" presStyleIdx="26" presStyleCnt="35">
        <dgm:presLayoutVars>
          <dgm:chPref val="3"/>
        </dgm:presLayoutVars>
      </dgm:prSet>
      <dgm:spPr/>
    </dgm:pt>
    <dgm:pt modelId="{72A955F4-77D1-429D-9CB8-7EB13A5EA2D4}" type="pres">
      <dgm:prSet presAssocID="{63937627-8CC5-4F0D-8FC1-F5356D156656}" presName="rootConnector" presStyleLbl="node4" presStyleIdx="26" presStyleCnt="35"/>
      <dgm:spPr/>
    </dgm:pt>
    <dgm:pt modelId="{E18BBB05-DABF-40BE-A063-74C4BA2979BC}" type="pres">
      <dgm:prSet presAssocID="{63937627-8CC5-4F0D-8FC1-F5356D156656}" presName="hierChild4" presStyleCnt="0"/>
      <dgm:spPr/>
    </dgm:pt>
    <dgm:pt modelId="{283A02D4-E442-4E34-B972-D1A26E4AA379}" type="pres">
      <dgm:prSet presAssocID="{63937627-8CC5-4F0D-8FC1-F5356D156656}" presName="hierChild5" presStyleCnt="0"/>
      <dgm:spPr/>
    </dgm:pt>
    <dgm:pt modelId="{103294C6-8220-4784-82BE-B60390752AD5}" type="pres">
      <dgm:prSet presAssocID="{4D5F9565-C36B-441B-BE53-4871C7C2779E}" presName="Name37" presStyleLbl="parChTrans1D4" presStyleIdx="27" presStyleCnt="35"/>
      <dgm:spPr/>
    </dgm:pt>
    <dgm:pt modelId="{4BFE4A85-ADC4-438B-8683-95AA483B6B4B}" type="pres">
      <dgm:prSet presAssocID="{F53C07DB-A05D-450C-BF96-F3B73A066426}" presName="hierRoot2" presStyleCnt="0">
        <dgm:presLayoutVars>
          <dgm:hierBranch val="init"/>
        </dgm:presLayoutVars>
      </dgm:prSet>
      <dgm:spPr/>
    </dgm:pt>
    <dgm:pt modelId="{A45641A1-0A29-4FF5-911D-FD16D44F4363}" type="pres">
      <dgm:prSet presAssocID="{F53C07DB-A05D-450C-BF96-F3B73A066426}" presName="rootComposite" presStyleCnt="0"/>
      <dgm:spPr/>
    </dgm:pt>
    <dgm:pt modelId="{F775871A-D284-46A3-9AB2-D366E601DDE3}" type="pres">
      <dgm:prSet presAssocID="{F53C07DB-A05D-450C-BF96-F3B73A066426}" presName="rootText" presStyleLbl="node4" presStyleIdx="27" presStyleCnt="35">
        <dgm:presLayoutVars>
          <dgm:chPref val="3"/>
        </dgm:presLayoutVars>
      </dgm:prSet>
      <dgm:spPr/>
    </dgm:pt>
    <dgm:pt modelId="{AB5C9093-B85E-4BCA-9FC9-1E3A495A3DA4}" type="pres">
      <dgm:prSet presAssocID="{F53C07DB-A05D-450C-BF96-F3B73A066426}" presName="rootConnector" presStyleLbl="node4" presStyleIdx="27" presStyleCnt="35"/>
      <dgm:spPr/>
    </dgm:pt>
    <dgm:pt modelId="{F6ABC53C-4E15-456F-B1CF-99D15B045B5D}" type="pres">
      <dgm:prSet presAssocID="{F53C07DB-A05D-450C-BF96-F3B73A066426}" presName="hierChild4" presStyleCnt="0"/>
      <dgm:spPr/>
    </dgm:pt>
    <dgm:pt modelId="{7686FAA3-5ED4-450D-8939-E2D32B606A78}" type="pres">
      <dgm:prSet presAssocID="{F53C07DB-A05D-450C-BF96-F3B73A066426}" presName="hierChild5" presStyleCnt="0"/>
      <dgm:spPr/>
    </dgm:pt>
    <dgm:pt modelId="{7038EDE8-9DFC-4B7C-ADCC-43E20BAEEF62}" type="pres">
      <dgm:prSet presAssocID="{3FF95883-C7CE-4943-BA20-B7653C030D93}" presName="Name37" presStyleLbl="parChTrans1D4" presStyleIdx="28" presStyleCnt="35"/>
      <dgm:spPr/>
    </dgm:pt>
    <dgm:pt modelId="{39BC0971-EA10-4B54-A905-F9252FDB9826}" type="pres">
      <dgm:prSet presAssocID="{5F1E15F5-A612-4AFA-8EB4-4EE9BC9C1014}" presName="hierRoot2" presStyleCnt="0">
        <dgm:presLayoutVars>
          <dgm:hierBranch val="init"/>
        </dgm:presLayoutVars>
      </dgm:prSet>
      <dgm:spPr/>
    </dgm:pt>
    <dgm:pt modelId="{A01DC8B2-517C-4175-8B74-950C248CE1C1}" type="pres">
      <dgm:prSet presAssocID="{5F1E15F5-A612-4AFA-8EB4-4EE9BC9C1014}" presName="rootComposite" presStyleCnt="0"/>
      <dgm:spPr/>
    </dgm:pt>
    <dgm:pt modelId="{C96F9C37-991F-49D6-B97A-A0F337C56222}" type="pres">
      <dgm:prSet presAssocID="{5F1E15F5-A612-4AFA-8EB4-4EE9BC9C1014}" presName="rootText" presStyleLbl="node4" presStyleIdx="28" presStyleCnt="35">
        <dgm:presLayoutVars>
          <dgm:chPref val="3"/>
        </dgm:presLayoutVars>
      </dgm:prSet>
      <dgm:spPr/>
    </dgm:pt>
    <dgm:pt modelId="{9351382F-997F-4D2C-853D-46AA8320F749}" type="pres">
      <dgm:prSet presAssocID="{5F1E15F5-A612-4AFA-8EB4-4EE9BC9C1014}" presName="rootConnector" presStyleLbl="node4" presStyleIdx="28" presStyleCnt="35"/>
      <dgm:spPr/>
    </dgm:pt>
    <dgm:pt modelId="{9A4C0635-4CC6-4979-B9D6-0CA9084AF7DA}" type="pres">
      <dgm:prSet presAssocID="{5F1E15F5-A612-4AFA-8EB4-4EE9BC9C1014}" presName="hierChild4" presStyleCnt="0"/>
      <dgm:spPr/>
    </dgm:pt>
    <dgm:pt modelId="{4389F306-F254-49AE-88D8-45646E58020A}" type="pres">
      <dgm:prSet presAssocID="{5F1E15F5-A612-4AFA-8EB4-4EE9BC9C1014}" presName="hierChild5" presStyleCnt="0"/>
      <dgm:spPr/>
    </dgm:pt>
    <dgm:pt modelId="{665B188C-3660-46B4-BD0C-9D5FCFB4AF4B}" type="pres">
      <dgm:prSet presAssocID="{0A22B41E-3D74-4A41-8C9C-6037D88E44C8}" presName="hierChild5" presStyleCnt="0"/>
      <dgm:spPr/>
    </dgm:pt>
    <dgm:pt modelId="{C8DD303F-7A77-4494-95D6-33F4E65BD977}" type="pres">
      <dgm:prSet presAssocID="{E1211407-A392-48BD-B561-3363CED504AA}" presName="Name37" presStyleLbl="parChTrans1D3" presStyleIdx="6" presStyleCnt="8"/>
      <dgm:spPr/>
    </dgm:pt>
    <dgm:pt modelId="{6DA5B517-3B81-48E5-8201-603344FD7C6F}" type="pres">
      <dgm:prSet presAssocID="{C0CB42DD-7BB3-4673-8D1A-F97CB3E158F0}" presName="hierRoot2" presStyleCnt="0">
        <dgm:presLayoutVars>
          <dgm:hierBranch val="init"/>
        </dgm:presLayoutVars>
      </dgm:prSet>
      <dgm:spPr/>
    </dgm:pt>
    <dgm:pt modelId="{9C4C40F9-0154-4558-91CF-4D7A1921F29F}" type="pres">
      <dgm:prSet presAssocID="{C0CB42DD-7BB3-4673-8D1A-F97CB3E158F0}" presName="rootComposite" presStyleCnt="0"/>
      <dgm:spPr/>
    </dgm:pt>
    <dgm:pt modelId="{F54798F8-CFF8-48B6-8442-8A6AFF45CDE3}" type="pres">
      <dgm:prSet presAssocID="{C0CB42DD-7BB3-4673-8D1A-F97CB3E158F0}" presName="rootText" presStyleLbl="node3" presStyleIdx="6" presStyleCnt="8">
        <dgm:presLayoutVars>
          <dgm:chPref val="3"/>
        </dgm:presLayoutVars>
      </dgm:prSet>
      <dgm:spPr/>
    </dgm:pt>
    <dgm:pt modelId="{7D90D57A-72CC-44B1-B70C-C5F782969437}" type="pres">
      <dgm:prSet presAssocID="{C0CB42DD-7BB3-4673-8D1A-F97CB3E158F0}" presName="rootConnector" presStyleLbl="node3" presStyleIdx="6" presStyleCnt="8"/>
      <dgm:spPr/>
    </dgm:pt>
    <dgm:pt modelId="{15BB1EF6-35F1-461A-8A45-7E8B73DDC724}" type="pres">
      <dgm:prSet presAssocID="{C0CB42DD-7BB3-4673-8D1A-F97CB3E158F0}" presName="hierChild4" presStyleCnt="0"/>
      <dgm:spPr/>
    </dgm:pt>
    <dgm:pt modelId="{C740B296-F481-4908-AB46-17BC616141BA}" type="pres">
      <dgm:prSet presAssocID="{8109B0C9-B4E5-428B-B4CF-9830C403E792}" presName="Name37" presStyleLbl="parChTrans1D4" presStyleIdx="29" presStyleCnt="35"/>
      <dgm:spPr/>
    </dgm:pt>
    <dgm:pt modelId="{DBE7E473-E8AA-4CAE-A5D6-D73BC2DC0B2D}" type="pres">
      <dgm:prSet presAssocID="{DDBC2FF0-405C-424D-8B44-31D539C4927B}" presName="hierRoot2" presStyleCnt="0">
        <dgm:presLayoutVars>
          <dgm:hierBranch val="init"/>
        </dgm:presLayoutVars>
      </dgm:prSet>
      <dgm:spPr/>
    </dgm:pt>
    <dgm:pt modelId="{AF172A15-20F4-4269-AC0C-FF7FFE374FB6}" type="pres">
      <dgm:prSet presAssocID="{DDBC2FF0-405C-424D-8B44-31D539C4927B}" presName="rootComposite" presStyleCnt="0"/>
      <dgm:spPr/>
    </dgm:pt>
    <dgm:pt modelId="{C11C4E9E-7FC9-4731-B287-80A256055D1D}" type="pres">
      <dgm:prSet presAssocID="{DDBC2FF0-405C-424D-8B44-31D539C4927B}" presName="rootText" presStyleLbl="node4" presStyleIdx="29" presStyleCnt="35">
        <dgm:presLayoutVars>
          <dgm:chPref val="3"/>
        </dgm:presLayoutVars>
      </dgm:prSet>
      <dgm:spPr/>
    </dgm:pt>
    <dgm:pt modelId="{1B45D10F-710C-4943-8BB2-921F6333595E}" type="pres">
      <dgm:prSet presAssocID="{DDBC2FF0-405C-424D-8B44-31D539C4927B}" presName="rootConnector" presStyleLbl="node4" presStyleIdx="29" presStyleCnt="35"/>
      <dgm:spPr/>
    </dgm:pt>
    <dgm:pt modelId="{FAD73C12-E6CC-461D-9662-4B3E9952FD58}" type="pres">
      <dgm:prSet presAssocID="{DDBC2FF0-405C-424D-8B44-31D539C4927B}" presName="hierChild4" presStyleCnt="0"/>
      <dgm:spPr/>
    </dgm:pt>
    <dgm:pt modelId="{E21610DB-49A1-466E-BCF0-CD44E7FE8FC7}" type="pres">
      <dgm:prSet presAssocID="{DDBC2FF0-405C-424D-8B44-31D539C4927B}" presName="hierChild5" presStyleCnt="0"/>
      <dgm:spPr/>
    </dgm:pt>
    <dgm:pt modelId="{8B806298-29F3-496B-89E0-927B680BEC1D}" type="pres">
      <dgm:prSet presAssocID="{1D55CD27-ECF5-4614-A926-E7908A731417}" presName="Name37" presStyleLbl="parChTrans1D4" presStyleIdx="30" presStyleCnt="35"/>
      <dgm:spPr/>
    </dgm:pt>
    <dgm:pt modelId="{EB816B05-8C1C-4C26-B531-E50ED06E50B6}" type="pres">
      <dgm:prSet presAssocID="{014749DB-B6D8-4C5D-A2F8-89C102355B01}" presName="hierRoot2" presStyleCnt="0">
        <dgm:presLayoutVars>
          <dgm:hierBranch val="init"/>
        </dgm:presLayoutVars>
      </dgm:prSet>
      <dgm:spPr/>
    </dgm:pt>
    <dgm:pt modelId="{6E6A95C2-06EC-4B82-A56D-C9031809C999}" type="pres">
      <dgm:prSet presAssocID="{014749DB-B6D8-4C5D-A2F8-89C102355B01}" presName="rootComposite" presStyleCnt="0"/>
      <dgm:spPr/>
    </dgm:pt>
    <dgm:pt modelId="{ECA4C62D-43CA-4245-83AF-3F4F4607D265}" type="pres">
      <dgm:prSet presAssocID="{014749DB-B6D8-4C5D-A2F8-89C102355B01}" presName="rootText" presStyleLbl="node4" presStyleIdx="30" presStyleCnt="35">
        <dgm:presLayoutVars>
          <dgm:chPref val="3"/>
        </dgm:presLayoutVars>
      </dgm:prSet>
      <dgm:spPr/>
    </dgm:pt>
    <dgm:pt modelId="{3DD1836B-BA5D-4B8D-8F1A-BCDD583556FA}" type="pres">
      <dgm:prSet presAssocID="{014749DB-B6D8-4C5D-A2F8-89C102355B01}" presName="rootConnector" presStyleLbl="node4" presStyleIdx="30" presStyleCnt="35"/>
      <dgm:spPr/>
    </dgm:pt>
    <dgm:pt modelId="{11B4E490-5960-4159-A238-B90A98AC796A}" type="pres">
      <dgm:prSet presAssocID="{014749DB-B6D8-4C5D-A2F8-89C102355B01}" presName="hierChild4" presStyleCnt="0"/>
      <dgm:spPr/>
    </dgm:pt>
    <dgm:pt modelId="{7A924A83-FA22-4518-B4FF-C99A0C11A79E}" type="pres">
      <dgm:prSet presAssocID="{014749DB-B6D8-4C5D-A2F8-89C102355B01}" presName="hierChild5" presStyleCnt="0"/>
      <dgm:spPr/>
    </dgm:pt>
    <dgm:pt modelId="{B8026122-73F0-4067-A3D3-9AC7A15966E2}" type="pres">
      <dgm:prSet presAssocID="{F84CEA2A-AC49-45E4-AA78-3C3C377381A0}" presName="Name37" presStyleLbl="parChTrans1D4" presStyleIdx="31" presStyleCnt="35"/>
      <dgm:spPr/>
    </dgm:pt>
    <dgm:pt modelId="{761FAF45-B60B-4495-B056-98498713E4D3}" type="pres">
      <dgm:prSet presAssocID="{EAB6FA39-00F9-4105-B9D8-FC912B1F0443}" presName="hierRoot2" presStyleCnt="0">
        <dgm:presLayoutVars>
          <dgm:hierBranch val="init"/>
        </dgm:presLayoutVars>
      </dgm:prSet>
      <dgm:spPr/>
    </dgm:pt>
    <dgm:pt modelId="{C907C1C9-ADA7-498E-BCB6-ED702290F3A7}" type="pres">
      <dgm:prSet presAssocID="{EAB6FA39-00F9-4105-B9D8-FC912B1F0443}" presName="rootComposite" presStyleCnt="0"/>
      <dgm:spPr/>
    </dgm:pt>
    <dgm:pt modelId="{88530066-5BAB-4507-8CB1-B18D885D91D9}" type="pres">
      <dgm:prSet presAssocID="{EAB6FA39-00F9-4105-B9D8-FC912B1F0443}" presName="rootText" presStyleLbl="node4" presStyleIdx="31" presStyleCnt="35">
        <dgm:presLayoutVars>
          <dgm:chPref val="3"/>
        </dgm:presLayoutVars>
      </dgm:prSet>
      <dgm:spPr/>
    </dgm:pt>
    <dgm:pt modelId="{55C7CEED-AFFC-491D-9BB6-EC7BD1917775}" type="pres">
      <dgm:prSet presAssocID="{EAB6FA39-00F9-4105-B9D8-FC912B1F0443}" presName="rootConnector" presStyleLbl="node4" presStyleIdx="31" presStyleCnt="35"/>
      <dgm:spPr/>
    </dgm:pt>
    <dgm:pt modelId="{5CF1B16D-4D0F-4982-9B6D-3E97F5BD6B07}" type="pres">
      <dgm:prSet presAssocID="{EAB6FA39-00F9-4105-B9D8-FC912B1F0443}" presName="hierChild4" presStyleCnt="0"/>
      <dgm:spPr/>
    </dgm:pt>
    <dgm:pt modelId="{9BF8F94A-A620-4011-AFD6-D4002D47674D}" type="pres">
      <dgm:prSet presAssocID="{EAB6FA39-00F9-4105-B9D8-FC912B1F0443}" presName="hierChild5" presStyleCnt="0"/>
      <dgm:spPr/>
    </dgm:pt>
    <dgm:pt modelId="{11763A67-E864-46C4-919A-7408BEFF2276}" type="pres">
      <dgm:prSet presAssocID="{C0CB42DD-7BB3-4673-8D1A-F97CB3E158F0}" presName="hierChild5" presStyleCnt="0"/>
      <dgm:spPr/>
    </dgm:pt>
    <dgm:pt modelId="{DE7B63C6-6501-4B37-B411-7A24BBB75961}" type="pres">
      <dgm:prSet presAssocID="{0D5121D7-851B-46C8-8776-EE6AE182DA2F}" presName="Name37" presStyleLbl="parChTrans1D3" presStyleIdx="7" presStyleCnt="8"/>
      <dgm:spPr/>
    </dgm:pt>
    <dgm:pt modelId="{76B2B862-98D9-4056-ADD4-263384EDE48F}" type="pres">
      <dgm:prSet presAssocID="{0FF2625F-FE46-4774-BC51-E840CF1EBE8C}" presName="hierRoot2" presStyleCnt="0">
        <dgm:presLayoutVars>
          <dgm:hierBranch val="init"/>
        </dgm:presLayoutVars>
      </dgm:prSet>
      <dgm:spPr/>
    </dgm:pt>
    <dgm:pt modelId="{20C29A32-3610-4E41-AB25-7F1AFE0AB3BA}" type="pres">
      <dgm:prSet presAssocID="{0FF2625F-FE46-4774-BC51-E840CF1EBE8C}" presName="rootComposite" presStyleCnt="0"/>
      <dgm:spPr/>
    </dgm:pt>
    <dgm:pt modelId="{AE49D322-0696-4AE1-BD18-EEE04AD51B1F}" type="pres">
      <dgm:prSet presAssocID="{0FF2625F-FE46-4774-BC51-E840CF1EBE8C}" presName="rootText" presStyleLbl="node3" presStyleIdx="7" presStyleCnt="8">
        <dgm:presLayoutVars>
          <dgm:chPref val="3"/>
        </dgm:presLayoutVars>
      </dgm:prSet>
      <dgm:spPr/>
    </dgm:pt>
    <dgm:pt modelId="{93AF165A-936E-465E-AB04-967875D9C89A}" type="pres">
      <dgm:prSet presAssocID="{0FF2625F-FE46-4774-BC51-E840CF1EBE8C}" presName="rootConnector" presStyleLbl="node3" presStyleIdx="7" presStyleCnt="8"/>
      <dgm:spPr/>
    </dgm:pt>
    <dgm:pt modelId="{2DE72A4F-6E3B-4E9D-B3A8-0FB9DEEF674B}" type="pres">
      <dgm:prSet presAssocID="{0FF2625F-FE46-4774-BC51-E840CF1EBE8C}" presName="hierChild4" presStyleCnt="0"/>
      <dgm:spPr/>
    </dgm:pt>
    <dgm:pt modelId="{FE8D0EAD-C003-4AA1-B3C3-D389C96C52CD}" type="pres">
      <dgm:prSet presAssocID="{D2E6CC17-1B3E-4157-8278-C6DA3057FD96}" presName="Name37" presStyleLbl="parChTrans1D4" presStyleIdx="32" presStyleCnt="35"/>
      <dgm:spPr/>
    </dgm:pt>
    <dgm:pt modelId="{2D44B5B0-95F2-4F7B-BD47-7AB74A43E305}" type="pres">
      <dgm:prSet presAssocID="{3AFA6617-4429-42D1-A9FB-C520F622D8D9}" presName="hierRoot2" presStyleCnt="0">
        <dgm:presLayoutVars>
          <dgm:hierBranch val="init"/>
        </dgm:presLayoutVars>
      </dgm:prSet>
      <dgm:spPr/>
    </dgm:pt>
    <dgm:pt modelId="{563964E7-D426-4E39-A679-EBFC40A41B39}" type="pres">
      <dgm:prSet presAssocID="{3AFA6617-4429-42D1-A9FB-C520F622D8D9}" presName="rootComposite" presStyleCnt="0"/>
      <dgm:spPr/>
    </dgm:pt>
    <dgm:pt modelId="{78B856AD-E9FE-4F47-B774-47D968C95901}" type="pres">
      <dgm:prSet presAssocID="{3AFA6617-4429-42D1-A9FB-C520F622D8D9}" presName="rootText" presStyleLbl="node4" presStyleIdx="32" presStyleCnt="35">
        <dgm:presLayoutVars>
          <dgm:chPref val="3"/>
        </dgm:presLayoutVars>
      </dgm:prSet>
      <dgm:spPr/>
    </dgm:pt>
    <dgm:pt modelId="{FDDB7581-8DE5-4F53-82D9-D116BD686AEA}" type="pres">
      <dgm:prSet presAssocID="{3AFA6617-4429-42D1-A9FB-C520F622D8D9}" presName="rootConnector" presStyleLbl="node4" presStyleIdx="32" presStyleCnt="35"/>
      <dgm:spPr/>
    </dgm:pt>
    <dgm:pt modelId="{A0889AE4-662C-4288-9580-ADC98052DEB6}" type="pres">
      <dgm:prSet presAssocID="{3AFA6617-4429-42D1-A9FB-C520F622D8D9}" presName="hierChild4" presStyleCnt="0"/>
      <dgm:spPr/>
    </dgm:pt>
    <dgm:pt modelId="{BC0EAE87-DA0B-48F8-ADA8-5B9F09A1A8A2}" type="pres">
      <dgm:prSet presAssocID="{3AFA6617-4429-42D1-A9FB-C520F622D8D9}" presName="hierChild5" presStyleCnt="0"/>
      <dgm:spPr/>
    </dgm:pt>
    <dgm:pt modelId="{3AB44016-D98D-428F-9B96-8497302DD1C8}" type="pres">
      <dgm:prSet presAssocID="{03CFE66F-5FDF-4085-99D6-5991D5B7EDD9}" presName="Name37" presStyleLbl="parChTrans1D4" presStyleIdx="33" presStyleCnt="35"/>
      <dgm:spPr/>
    </dgm:pt>
    <dgm:pt modelId="{FDD4EC82-2DDE-43AA-ADE0-7DF67689B13A}" type="pres">
      <dgm:prSet presAssocID="{C9EED7F6-E4BF-4B53-9512-136E06869EB6}" presName="hierRoot2" presStyleCnt="0">
        <dgm:presLayoutVars>
          <dgm:hierBranch val="init"/>
        </dgm:presLayoutVars>
      </dgm:prSet>
      <dgm:spPr/>
    </dgm:pt>
    <dgm:pt modelId="{CE57410C-AB4A-49E1-BC49-D99D226B6D69}" type="pres">
      <dgm:prSet presAssocID="{C9EED7F6-E4BF-4B53-9512-136E06869EB6}" presName="rootComposite" presStyleCnt="0"/>
      <dgm:spPr/>
    </dgm:pt>
    <dgm:pt modelId="{936BFCEB-21C0-4AF5-B726-850D42F8CC7E}" type="pres">
      <dgm:prSet presAssocID="{C9EED7F6-E4BF-4B53-9512-136E06869EB6}" presName="rootText" presStyleLbl="node4" presStyleIdx="33" presStyleCnt="35">
        <dgm:presLayoutVars>
          <dgm:chPref val="3"/>
        </dgm:presLayoutVars>
      </dgm:prSet>
      <dgm:spPr/>
    </dgm:pt>
    <dgm:pt modelId="{6D98246A-28A3-4762-8D74-F24E6CFB7B47}" type="pres">
      <dgm:prSet presAssocID="{C9EED7F6-E4BF-4B53-9512-136E06869EB6}" presName="rootConnector" presStyleLbl="node4" presStyleIdx="33" presStyleCnt="35"/>
      <dgm:spPr/>
    </dgm:pt>
    <dgm:pt modelId="{4D90148C-6D97-4AAF-BEFE-888224F36F7F}" type="pres">
      <dgm:prSet presAssocID="{C9EED7F6-E4BF-4B53-9512-136E06869EB6}" presName="hierChild4" presStyleCnt="0"/>
      <dgm:spPr/>
    </dgm:pt>
    <dgm:pt modelId="{A1F17A2D-FD4D-467B-8A0C-0FAADE4A7233}" type="pres">
      <dgm:prSet presAssocID="{C9EED7F6-E4BF-4B53-9512-136E06869EB6}" presName="hierChild5" presStyleCnt="0"/>
      <dgm:spPr/>
    </dgm:pt>
    <dgm:pt modelId="{2DB7797F-247D-4C37-8A0F-401918560231}" type="pres">
      <dgm:prSet presAssocID="{71941F97-7C7C-4EA2-B404-7BEBDD8E362D}" presName="Name37" presStyleLbl="parChTrans1D4" presStyleIdx="34" presStyleCnt="35"/>
      <dgm:spPr/>
    </dgm:pt>
    <dgm:pt modelId="{9C434B22-4264-42F8-B96D-B5F9B7B09B9B}" type="pres">
      <dgm:prSet presAssocID="{868523C5-1650-445D-A1CB-2D562482CA9E}" presName="hierRoot2" presStyleCnt="0">
        <dgm:presLayoutVars>
          <dgm:hierBranch val="init"/>
        </dgm:presLayoutVars>
      </dgm:prSet>
      <dgm:spPr/>
    </dgm:pt>
    <dgm:pt modelId="{C46E8C60-0664-422D-B479-7EDDF61E7D9E}" type="pres">
      <dgm:prSet presAssocID="{868523C5-1650-445D-A1CB-2D562482CA9E}" presName="rootComposite" presStyleCnt="0"/>
      <dgm:spPr/>
    </dgm:pt>
    <dgm:pt modelId="{DD94ECD7-41CA-45D2-AC7B-D3A2B80BECD3}" type="pres">
      <dgm:prSet presAssocID="{868523C5-1650-445D-A1CB-2D562482CA9E}" presName="rootText" presStyleLbl="node4" presStyleIdx="34" presStyleCnt="35">
        <dgm:presLayoutVars>
          <dgm:chPref val="3"/>
        </dgm:presLayoutVars>
      </dgm:prSet>
      <dgm:spPr/>
    </dgm:pt>
    <dgm:pt modelId="{544DE8F2-5FFD-455D-A3BB-3E43C2C173FE}" type="pres">
      <dgm:prSet presAssocID="{868523C5-1650-445D-A1CB-2D562482CA9E}" presName="rootConnector" presStyleLbl="node4" presStyleIdx="34" presStyleCnt="35"/>
      <dgm:spPr/>
    </dgm:pt>
    <dgm:pt modelId="{00531208-30F7-40D7-BD45-4AED3CF34CCA}" type="pres">
      <dgm:prSet presAssocID="{868523C5-1650-445D-A1CB-2D562482CA9E}" presName="hierChild4" presStyleCnt="0"/>
      <dgm:spPr/>
    </dgm:pt>
    <dgm:pt modelId="{B9035AFD-2822-4760-A778-ED13CF1CE1BC}" type="pres">
      <dgm:prSet presAssocID="{868523C5-1650-445D-A1CB-2D562482CA9E}" presName="hierChild5" presStyleCnt="0"/>
      <dgm:spPr/>
    </dgm:pt>
    <dgm:pt modelId="{B2EFC5C2-D44D-49F9-8851-5407288AAA20}" type="pres">
      <dgm:prSet presAssocID="{0FF2625F-FE46-4774-BC51-E840CF1EBE8C}" presName="hierChild5" presStyleCnt="0"/>
      <dgm:spPr/>
    </dgm:pt>
    <dgm:pt modelId="{45DAF407-5462-4C7E-995D-28237232A8E8}" type="pres">
      <dgm:prSet presAssocID="{43A376A6-BEBB-4EC7-B4F4-0B7F8B75DF18}" presName="hierChild5" presStyleCnt="0"/>
      <dgm:spPr/>
    </dgm:pt>
    <dgm:pt modelId="{9BAB1E88-DF90-4176-A783-9E553A85939A}" type="pres">
      <dgm:prSet presAssocID="{2A17D5E9-98B1-4ED6-8DBA-0F015F00A7C4}" presName="hierChild3" presStyleCnt="0"/>
      <dgm:spPr/>
    </dgm:pt>
  </dgm:ptLst>
  <dgm:cxnLst>
    <dgm:cxn modelId="{49A87100-B3EA-4499-BAAC-4513E69E7E20}" srcId="{13928332-6699-4125-A9B7-13CE3BC80A46}" destId="{0BF6F5A0-3D3B-41D9-84C2-0863E50E3C46}" srcOrd="1" destOrd="0" parTransId="{2353A8A1-EFEE-4C7B-80AB-9DA8712C24F1}" sibTransId="{F2008465-8918-498B-A361-D4FD2F44CB2C}"/>
    <dgm:cxn modelId="{3A4EE601-77EF-4FBB-B309-BFEFDAA6786F}" srcId="{0A22B41E-3D74-4A41-8C9C-6037D88E44C8}" destId="{63937627-8CC5-4F0D-8FC1-F5356D156656}" srcOrd="4" destOrd="0" parTransId="{D1E5E666-C0E8-4A0C-B5F8-07D262796467}" sibTransId="{9503BCFD-C4F0-4FD5-9E58-89C94BA41458}"/>
    <dgm:cxn modelId="{C610EC01-DB55-4CED-8AB0-882673CFB6DC}" srcId="{43A376A6-BEBB-4EC7-B4F4-0B7F8B75DF18}" destId="{13928332-6699-4125-A9B7-13CE3BC80A46}" srcOrd="1" destOrd="0" parTransId="{936A35DF-79E5-4444-A2D5-64343421F3DB}" sibTransId="{10DE8A3D-D3A9-4F65-AE94-1488859B631C}"/>
    <dgm:cxn modelId="{52051B02-0BA8-4433-978D-FB05AB094720}" type="presOf" srcId="{2353A8A1-EFEE-4C7B-80AB-9DA8712C24F1}" destId="{5E09F119-E6B8-4A1D-BD1D-F86E03E46E1C}" srcOrd="0" destOrd="0" presId="urn:microsoft.com/office/officeart/2005/8/layout/orgChart1"/>
    <dgm:cxn modelId="{69AD8B02-13EA-44E2-934E-CFBB2BE5D2EF}" type="presOf" srcId="{0560018E-E17A-4C5E-9140-B75D5ECAED10}" destId="{637C0189-1129-419E-BABE-9EE65CF6A763}" srcOrd="0" destOrd="0" presId="urn:microsoft.com/office/officeart/2005/8/layout/orgChart1"/>
    <dgm:cxn modelId="{A255A106-181E-4C2E-90C8-E994E2B74381}" type="presOf" srcId="{87867E2A-039A-4857-B977-3BB10A06D57C}" destId="{A2EF7C9D-2A81-4A33-8C3F-C1ECC80FDAAE}" srcOrd="0" destOrd="0" presId="urn:microsoft.com/office/officeart/2005/8/layout/orgChart1"/>
    <dgm:cxn modelId="{2A058308-3FDD-4701-A801-0202A863447E}" type="presOf" srcId="{43A376A6-BEBB-4EC7-B4F4-0B7F8B75DF18}" destId="{C595061E-CDEB-48A8-A74C-6930EF3FA54D}" srcOrd="1" destOrd="0" presId="urn:microsoft.com/office/officeart/2005/8/layout/orgChart1"/>
    <dgm:cxn modelId="{3EE1110C-A530-4B71-8960-AB32A70FF964}" type="presOf" srcId="{B492BE4B-E7C3-4D64-B31F-A330AC7DCD8F}" destId="{EB48C928-E037-4ECB-9AA5-0FB03310FB15}" srcOrd="1" destOrd="0" presId="urn:microsoft.com/office/officeart/2005/8/layout/orgChart1"/>
    <dgm:cxn modelId="{E1492F0C-E98B-4145-B6F2-C5BC33FAD25A}" type="presOf" srcId="{552D8A64-5A6E-42E5-AF1A-AE436684441C}" destId="{D917191D-E426-47A2-9D93-AFC7A22371F5}" srcOrd="0" destOrd="0" presId="urn:microsoft.com/office/officeart/2005/8/layout/orgChart1"/>
    <dgm:cxn modelId="{5406170D-07DA-4C4B-BF7C-BAD54B8912AA}" type="presOf" srcId="{351CAA09-2408-482D-80B7-0C030E8F5762}" destId="{A3217A5C-22AC-4475-9119-31D2501C8F14}" srcOrd="0" destOrd="0" presId="urn:microsoft.com/office/officeart/2005/8/layout/orgChart1"/>
    <dgm:cxn modelId="{1EF1520D-164C-4B23-88FE-6C86B164ECCD}" type="presOf" srcId="{7BA323FB-D313-4DBD-9405-92256CC8CC30}" destId="{1358306A-AA1B-43FD-A920-30BCDF6AD068}" srcOrd="0" destOrd="0" presId="urn:microsoft.com/office/officeart/2005/8/layout/orgChart1"/>
    <dgm:cxn modelId="{6E688C0D-1056-4F7D-8F98-B316C65B2B96}" type="presOf" srcId="{33C8F07D-3A16-4C25-8C5A-0735732C698F}" destId="{FB2622E5-CB59-4C94-9753-D68EC4C5C305}" srcOrd="1" destOrd="0" presId="urn:microsoft.com/office/officeart/2005/8/layout/orgChart1"/>
    <dgm:cxn modelId="{083DF70E-FB5C-4AF6-BFED-3579823705DF}" type="presOf" srcId="{23090C67-1223-4EC4-8D20-37934DC42278}" destId="{0DCF7112-B119-42F6-9985-1A7C79573215}" srcOrd="1" destOrd="0" presId="urn:microsoft.com/office/officeart/2005/8/layout/orgChart1"/>
    <dgm:cxn modelId="{09ABFC0E-6F88-427F-AD8D-52BAEC093F5A}" srcId="{43A376A6-BEBB-4EC7-B4F4-0B7F8B75DF18}" destId="{0A22B41E-3D74-4A41-8C9C-6037D88E44C8}" srcOrd="2" destOrd="0" parTransId="{DC4B229B-5C6C-4E78-A0F7-B6D6FA8AE44E}" sibTransId="{1727EC15-6F8A-49BA-B3CE-25B07306B466}"/>
    <dgm:cxn modelId="{C9C8500F-DA4B-4CCB-AC14-8F8B7F3D16BA}" srcId="{1FD3E1B8-2063-4B02-922A-0DC569E23311}" destId="{A81A7A40-23EE-43A4-B9AC-19113FD26398}" srcOrd="0" destOrd="0" parTransId="{F98716B0-367E-4A5D-B922-AF959EAE62BA}" sibTransId="{8A9D368D-F300-4C64-A2D2-41A770478685}"/>
    <dgm:cxn modelId="{FA025F10-5FA3-4378-908D-4527E96138DD}" type="presOf" srcId="{868523C5-1650-445D-A1CB-2D562482CA9E}" destId="{544DE8F2-5FFD-455D-A3BB-3E43C2C173FE}" srcOrd="1" destOrd="0" presId="urn:microsoft.com/office/officeart/2005/8/layout/orgChart1"/>
    <dgm:cxn modelId="{F6313011-BCB0-4BE6-8C4D-E1CF40A4D7D1}" srcId="{FFCB7F2C-6AD5-418A-9984-0E5AA9884A6A}" destId="{D745BA74-F998-48EF-9348-ECBB52B9EFDB}" srcOrd="2" destOrd="0" parTransId="{DA5E8D2E-30D8-40A3-ADD0-0FC49D7A09AA}" sibTransId="{0333AD7B-A642-4CA6-A30E-16EDE7B62A07}"/>
    <dgm:cxn modelId="{C75C1B12-F758-468E-9F68-C206CEC468C6}" type="presOf" srcId="{63A2FD4E-DF53-4CB9-9C2F-0763390DC397}" destId="{08F0B6A5-89D3-4F9B-830A-D527E27B75ED}" srcOrd="1" destOrd="0" presId="urn:microsoft.com/office/officeart/2005/8/layout/orgChart1"/>
    <dgm:cxn modelId="{3D9AB513-0D65-47AC-8C82-01191006D3DA}" srcId="{FFCB7F2C-6AD5-418A-9984-0E5AA9884A6A}" destId="{DEF234FC-95E1-45D1-8ABD-AA323D043E80}" srcOrd="6" destOrd="0" parTransId="{4020D5EB-B114-415A-95A6-5915E312F11F}" sibTransId="{04A286AF-FAC8-4178-A511-D1F0B9D6B6A5}"/>
    <dgm:cxn modelId="{83058418-6D1D-4484-98F1-7F5DEBFA5BC9}" srcId="{2A17D5E9-98B1-4ED6-8DBA-0F015F00A7C4}" destId="{1FD3E1B8-2063-4B02-922A-0DC569E23311}" srcOrd="0" destOrd="0" parTransId="{DEC4C4FD-DA56-4D3F-B196-8DB4CD9F5426}" sibTransId="{EA16076B-151A-4A76-9703-C2C014AD8819}"/>
    <dgm:cxn modelId="{DBDBEA19-18C5-43CF-A8E3-9C2B9E5AF95E}" type="presOf" srcId="{C0CB42DD-7BB3-4673-8D1A-F97CB3E158F0}" destId="{F54798F8-CFF8-48B6-8442-8A6AFF45CDE3}" srcOrd="0" destOrd="0" presId="urn:microsoft.com/office/officeart/2005/8/layout/orgChart1"/>
    <dgm:cxn modelId="{C1902B1A-20C4-4EEB-98CB-2D8F4892222A}" type="presOf" srcId="{AA68DBA1-FC31-42B7-AC2F-72B39B9B42ED}" destId="{56AC6F3C-9E8B-464F-828D-D4B73895E23B}" srcOrd="0" destOrd="0" presId="urn:microsoft.com/office/officeart/2005/8/layout/orgChart1"/>
    <dgm:cxn modelId="{FEE16A1B-1D99-454F-B166-CA734EC915DD}" type="presOf" srcId="{014749DB-B6D8-4C5D-A2F8-89C102355B01}" destId="{ECA4C62D-43CA-4245-83AF-3F4F4607D265}" srcOrd="0" destOrd="0" presId="urn:microsoft.com/office/officeart/2005/8/layout/orgChart1"/>
    <dgm:cxn modelId="{EBB6E01B-EDCA-479A-9C36-B3E7506CC595}" type="presOf" srcId="{5F1E15F5-A612-4AFA-8EB4-4EE9BC9C1014}" destId="{9351382F-997F-4D2C-853D-46AA8320F749}" srcOrd="1" destOrd="0" presId="urn:microsoft.com/office/officeart/2005/8/layout/orgChart1"/>
    <dgm:cxn modelId="{CF0C771D-98F2-4157-8ED3-DC375E4B258A}" type="presOf" srcId="{8908DB27-D9F8-4893-A4FE-39314C01E23E}" destId="{3D0A18A6-D5B2-4811-B4B1-B0ED34E25649}" srcOrd="0" destOrd="0" presId="urn:microsoft.com/office/officeart/2005/8/layout/orgChart1"/>
    <dgm:cxn modelId="{A326A520-330F-4C79-BBF6-8257343A26AD}" type="presOf" srcId="{70FA7DC4-9C32-4E08-9730-E4236E50D7E9}" destId="{F07E6546-B294-4300-BA8D-68BA96886759}" srcOrd="0" destOrd="0" presId="urn:microsoft.com/office/officeart/2005/8/layout/orgChart1"/>
    <dgm:cxn modelId="{DCF26123-A6E8-41CD-957F-112B55A78F81}" type="presOf" srcId="{2A17D5E9-98B1-4ED6-8DBA-0F015F00A7C4}" destId="{6BB5A4B3-787F-4739-B0D4-D73060E74A37}" srcOrd="1" destOrd="0" presId="urn:microsoft.com/office/officeart/2005/8/layout/orgChart1"/>
    <dgm:cxn modelId="{E7114723-DD74-4FA1-8119-886554B284A2}" type="presOf" srcId="{8908DB27-D9F8-4893-A4FE-39314C01E23E}" destId="{CE975B81-AAEB-48B7-A4E8-C33D74922492}" srcOrd="1" destOrd="0" presId="urn:microsoft.com/office/officeart/2005/8/layout/orgChart1"/>
    <dgm:cxn modelId="{158A3224-0BBA-485E-992E-D2DA59EFEEFA}" type="presOf" srcId="{F98716B0-367E-4A5D-B922-AF959EAE62BA}" destId="{5B7D0BFE-91A1-4107-9ECD-2EEF3B62DBD2}" srcOrd="0" destOrd="0" presId="urn:microsoft.com/office/officeart/2005/8/layout/orgChart1"/>
    <dgm:cxn modelId="{FD9B1D26-B610-4E17-88AC-FDBDE9495EC1}" type="presOf" srcId="{ECBABEE6-287D-4698-BC9B-BDFC4BB16BEB}" destId="{0C589D3A-5121-422A-825E-BE1EC59E50DC}" srcOrd="1" destOrd="0" presId="urn:microsoft.com/office/officeart/2005/8/layout/orgChart1"/>
    <dgm:cxn modelId="{79398426-D00D-4DBF-8691-A7CEFA2B5B2A}" type="presOf" srcId="{478A871A-35AE-42EC-A2C9-1F8E68616ED3}" destId="{0418F6BB-8B53-433E-BDC3-D0172188C5AA}" srcOrd="1" destOrd="0" presId="urn:microsoft.com/office/officeart/2005/8/layout/orgChart1"/>
    <dgm:cxn modelId="{D054472D-D264-4B6A-8282-819840092222}" srcId="{0FF2625F-FE46-4774-BC51-E840CF1EBE8C}" destId="{C9EED7F6-E4BF-4B53-9512-136E06869EB6}" srcOrd="1" destOrd="0" parTransId="{03CFE66F-5FDF-4085-99D6-5991D5B7EDD9}" sibTransId="{8E6A87AE-AC6C-47C1-AFC6-C583D989B175}"/>
    <dgm:cxn modelId="{61D44E2D-235A-4F57-A671-550A25FA8356}" type="presOf" srcId="{A63F3805-3985-43C4-9A28-AE95DAFC94DA}" destId="{2B8D8AD2-6EDB-4BCA-9E2F-41D2C0713AE1}" srcOrd="0" destOrd="0" presId="urn:microsoft.com/office/officeart/2005/8/layout/orgChart1"/>
    <dgm:cxn modelId="{4A4FD62F-B973-45E3-81B5-09C1303E5DB9}" type="presOf" srcId="{82B55DEA-DCB1-4E60-97EF-73C2BDDCEB85}" destId="{8AA71887-DBE6-4656-A411-90C08122187A}" srcOrd="0" destOrd="0" presId="urn:microsoft.com/office/officeart/2005/8/layout/orgChart1"/>
    <dgm:cxn modelId="{087A4332-EC06-4B56-9D8B-F2CE43A29A2F}" type="presOf" srcId="{D78EBE3B-8344-493B-B13A-3340DDCEAD3D}" destId="{8E3C09B0-33FE-4488-B542-1A447D0437ED}" srcOrd="0" destOrd="0" presId="urn:microsoft.com/office/officeart/2005/8/layout/orgChart1"/>
    <dgm:cxn modelId="{03CD3833-54BC-40C2-931B-1A1028E2A1AF}" srcId="{A81A7A40-23EE-43A4-B9AC-19113FD26398}" destId="{478A871A-35AE-42EC-A2C9-1F8E68616ED3}" srcOrd="1" destOrd="0" parTransId="{1990A76E-B66F-43A3-8674-A5E034BF51F9}" sibTransId="{EE8ED1FF-79CA-48D2-8AB4-AA8F19B91F15}"/>
    <dgm:cxn modelId="{33B83234-90DD-43B2-9ADC-87B52A5BF283}" type="presOf" srcId="{B492BE4B-E7C3-4D64-B31F-A330AC7DCD8F}" destId="{1893835E-0092-4F86-90BB-FED80EA1EED9}" srcOrd="0" destOrd="0" presId="urn:microsoft.com/office/officeart/2005/8/layout/orgChart1"/>
    <dgm:cxn modelId="{800F4B35-A41D-48DD-AC1C-943ADFFCC236}" srcId="{FFCB7F2C-6AD5-418A-9984-0E5AA9884A6A}" destId="{AA68DBA1-FC31-42B7-AC2F-72B39B9B42ED}" srcOrd="0" destOrd="0" parTransId="{4C79935F-9D51-4326-84CE-22AC84752E7C}" sibTransId="{A3810649-658B-42EC-9547-C111A3A5B17F}"/>
    <dgm:cxn modelId="{82D98B35-4B13-44FD-91A4-5BF3861878C3}" type="presOf" srcId="{E2AB6375-FFA4-464E-990A-72025EFF7D0D}" destId="{F48B73C8-B376-415E-80C2-2218B28789E2}" srcOrd="0" destOrd="0" presId="urn:microsoft.com/office/officeart/2005/8/layout/orgChart1"/>
    <dgm:cxn modelId="{DA34BE36-23E0-4074-A020-85DFCE881A0E}" srcId="{43A376A6-BEBB-4EC7-B4F4-0B7F8B75DF18}" destId="{1580D369-41EC-4AF2-8151-FF941B11E73E}" srcOrd="0" destOrd="0" parTransId="{CDBAAE44-F6B4-4EE2-B77E-9E5AB1A7F009}" sibTransId="{540E4CF1-23F2-4BD4-A9BD-FDD577A7C3FF}"/>
    <dgm:cxn modelId="{3971F437-E101-4AEB-9C9D-D210D085A387}" type="presOf" srcId="{EA61BFDD-8E86-43DB-90A9-3A22390917A3}" destId="{43DCD0D8-C92C-492F-81BB-D725996EFB6D}" srcOrd="0" destOrd="0" presId="urn:microsoft.com/office/officeart/2005/8/layout/orgChart1"/>
    <dgm:cxn modelId="{0A359C38-9241-41D6-BB4A-7C65C1BD4869}" type="presOf" srcId="{3F14D65D-2D5C-46A6-97E3-080B02EC00FB}" destId="{A04467BA-750A-4D1B-BD43-7D5D8510EEA5}" srcOrd="0" destOrd="0" presId="urn:microsoft.com/office/officeart/2005/8/layout/orgChart1"/>
    <dgm:cxn modelId="{411EA939-92D6-4A7F-8284-2D6E533AFD1F}" type="presOf" srcId="{9CDE0A40-6945-4285-86F8-5CFE3EADF78E}" destId="{B0B79132-2C22-4286-8B48-BB45DF8399C9}" srcOrd="0" destOrd="0" presId="urn:microsoft.com/office/officeart/2005/8/layout/orgChart1"/>
    <dgm:cxn modelId="{4E7FEB3A-F93E-4E48-8462-49370A78924F}" type="presOf" srcId="{1580D369-41EC-4AF2-8151-FF941B11E73E}" destId="{7C9E3FE3-7356-4296-BB81-5D99B6C479EA}" srcOrd="1" destOrd="0" presId="urn:microsoft.com/office/officeart/2005/8/layout/orgChart1"/>
    <dgm:cxn modelId="{4593313B-515A-4745-88D4-CBFC5B2150C1}" type="presOf" srcId="{FB76B03E-6BCA-4BAA-B504-69C0663EE194}" destId="{C7C8D0FB-BD24-4E37-9E89-3B60260D5F29}" srcOrd="0" destOrd="0" presId="urn:microsoft.com/office/officeart/2005/8/layout/orgChart1"/>
    <dgm:cxn modelId="{18D48B3B-F193-4E6D-9D21-5DB113BF25B2}" type="presOf" srcId="{9D718084-7116-4E30-957C-1BC8D0EB2015}" destId="{A0FF712E-73D1-41A3-B1CE-C2C367B39138}" srcOrd="0" destOrd="0" presId="urn:microsoft.com/office/officeart/2005/8/layout/orgChart1"/>
    <dgm:cxn modelId="{7A88DF3B-5215-49B4-AB8F-5C59641CF51B}" type="presOf" srcId="{A81A7A40-23EE-43A4-B9AC-19113FD26398}" destId="{89E412AB-1284-4CF2-9F2E-08D35CAEC4A3}" srcOrd="0" destOrd="0" presId="urn:microsoft.com/office/officeart/2005/8/layout/orgChart1"/>
    <dgm:cxn modelId="{DA445C3D-93C1-4807-A564-D5758924FF59}" type="presOf" srcId="{1FD3E1B8-2063-4B02-922A-0DC569E23311}" destId="{563A3D89-D3ED-424B-B63F-4BADAB89FFD1}" srcOrd="0" destOrd="0" presId="urn:microsoft.com/office/officeart/2005/8/layout/orgChart1"/>
    <dgm:cxn modelId="{349E5E3D-5568-4945-B4A5-58F7037FF3F8}" type="presOf" srcId="{0A22B41E-3D74-4A41-8C9C-6037D88E44C8}" destId="{BD003287-DEDD-4D01-A2FC-DA0A70DB906A}" srcOrd="1" destOrd="0" presId="urn:microsoft.com/office/officeart/2005/8/layout/orgChart1"/>
    <dgm:cxn modelId="{5FCF5F40-5940-4894-8E5B-38B98D60760C}" srcId="{0A22B41E-3D74-4A41-8C9C-6037D88E44C8}" destId="{CCF7C459-787B-49DB-94DA-358D54BF33C5}" srcOrd="2" destOrd="0" parTransId="{7354768F-F1A2-46E6-94C0-A0F2995C675F}" sibTransId="{FDFDA9C3-4B09-48EA-BD92-C7747D31D5A9}"/>
    <dgm:cxn modelId="{BFED8C5B-FB40-44C4-A714-AD56D35D6109}" type="presOf" srcId="{D2E6CC17-1B3E-4157-8278-C6DA3057FD96}" destId="{FE8D0EAD-C003-4AA1-B3C3-D389C96C52CD}" srcOrd="0" destOrd="0" presId="urn:microsoft.com/office/officeart/2005/8/layout/orgChart1"/>
    <dgm:cxn modelId="{5754D75E-BEFB-4AB3-80D3-84BCF25B13DF}" type="presOf" srcId="{87867E2A-039A-4857-B977-3BB10A06D57C}" destId="{37ED7280-1024-4BD0-9379-8E089EC8F997}" srcOrd="1" destOrd="0" presId="urn:microsoft.com/office/officeart/2005/8/layout/orgChart1"/>
    <dgm:cxn modelId="{22C40F5F-A15E-49D2-B638-E0BC644111C8}" type="presOf" srcId="{DEC4C4FD-DA56-4D3F-B196-8DB4CD9F5426}" destId="{DD1E285D-8834-493B-985F-F5AB065C9819}" srcOrd="0" destOrd="0" presId="urn:microsoft.com/office/officeart/2005/8/layout/orgChart1"/>
    <dgm:cxn modelId="{B5B3A25F-3F6C-40CA-94F0-2E10FA7EA06F}" type="presOf" srcId="{1580D369-41EC-4AF2-8151-FF941B11E73E}" destId="{FD0553E0-DF92-4948-BA75-A6DAB0D47E8E}" srcOrd="0" destOrd="0" presId="urn:microsoft.com/office/officeart/2005/8/layout/orgChart1"/>
    <dgm:cxn modelId="{B593C65F-64B9-4942-9579-6DCBEA5961CE}" type="presOf" srcId="{2E185A03-E006-490E-BF16-5E198A35E5A9}" destId="{5BF6A5B3-C45B-4635-962C-271B532698A5}" srcOrd="0" destOrd="0" presId="urn:microsoft.com/office/officeart/2005/8/layout/orgChart1"/>
    <dgm:cxn modelId="{31472760-F04E-4EA8-9426-32BAFD3FF2C3}" type="presOf" srcId="{AA68DBA1-FC31-42B7-AC2F-72B39B9B42ED}" destId="{9F0F0188-FAB4-480D-91B7-8ED71D9AFA05}" srcOrd="1" destOrd="0" presId="urn:microsoft.com/office/officeart/2005/8/layout/orgChart1"/>
    <dgm:cxn modelId="{58CF0646-A0E1-4D21-A12C-71DEE1DC0FE9}" type="presOf" srcId="{8EC2B42A-0DBB-4DAF-B66B-F155498A5DC6}" destId="{65CBC2FE-C082-4C29-BFF5-8EC08BA5A03B}" srcOrd="0" destOrd="0" presId="urn:microsoft.com/office/officeart/2005/8/layout/orgChart1"/>
    <dgm:cxn modelId="{B06B1C46-B6D5-4442-8FB6-080FB93C0B96}" type="presOf" srcId="{EA0E8338-BBDE-45A4-8E48-4B63B279BA4E}" destId="{96E5951F-6C38-4306-9253-EFBDA07179E8}" srcOrd="0" destOrd="0" presId="urn:microsoft.com/office/officeart/2005/8/layout/orgChart1"/>
    <dgm:cxn modelId="{DBB83846-B5DD-44C4-B3D7-1300379781D2}" type="presOf" srcId="{1990A76E-B66F-43A3-8674-A5E034BF51F9}" destId="{70A064A7-0B5E-4F76-9288-3A7D65A87703}" srcOrd="0" destOrd="0" presId="urn:microsoft.com/office/officeart/2005/8/layout/orgChart1"/>
    <dgm:cxn modelId="{3C4D6346-B966-4E8C-8016-A7DA6A645C7D}" type="presOf" srcId="{4C79935F-9D51-4326-84CE-22AC84752E7C}" destId="{C20A3748-3AFE-413F-99D1-49EE0BAB365C}" srcOrd="0" destOrd="0" presId="urn:microsoft.com/office/officeart/2005/8/layout/orgChart1"/>
    <dgm:cxn modelId="{888E5567-3532-4EFF-946E-8EADFEC00CCB}" srcId="{A81A7A40-23EE-43A4-B9AC-19113FD26398}" destId="{D78EBE3B-8344-493B-B13A-3340DDCEAD3D}" srcOrd="0" destOrd="0" parTransId="{EFA16AF3-6FCC-40F7-90CF-1ADC69E22D23}" sibTransId="{A2FA584A-56A3-4A34-A408-2A204C3F3660}"/>
    <dgm:cxn modelId="{B99BBF47-142B-4017-BF20-D9A80B307289}" type="presOf" srcId="{D8DBCB74-E742-419D-A49C-9B38CDB43D3F}" destId="{725105FF-4236-407A-B9D0-7249101C07FB}" srcOrd="1" destOrd="0" presId="urn:microsoft.com/office/officeart/2005/8/layout/orgChart1"/>
    <dgm:cxn modelId="{BA755548-22E5-49F5-8CE0-512072CF612C}" type="presOf" srcId="{C9EED7F6-E4BF-4B53-9512-136E06869EB6}" destId="{936BFCEB-21C0-4AF5-B726-850D42F8CC7E}" srcOrd="0" destOrd="0" presId="urn:microsoft.com/office/officeart/2005/8/layout/orgChart1"/>
    <dgm:cxn modelId="{4382B848-80C6-41D8-A852-F8BC6109BA38}" type="presOf" srcId="{EAB6FA39-00F9-4105-B9D8-FC912B1F0443}" destId="{88530066-5BAB-4507-8CB1-B18D885D91D9}" srcOrd="0" destOrd="0" presId="urn:microsoft.com/office/officeart/2005/8/layout/orgChart1"/>
    <dgm:cxn modelId="{A6295849-25FC-4635-9053-3A48B3025DD2}" type="presOf" srcId="{D745BA74-F998-48EF-9348-ECBB52B9EFDB}" destId="{5DD65F5B-7A71-4558-AEE7-9F65095FA9EF}" srcOrd="1" destOrd="0" presId="urn:microsoft.com/office/officeart/2005/8/layout/orgChart1"/>
    <dgm:cxn modelId="{272FA169-C69D-44CA-B3DA-D17D6C027924}" srcId="{BB031DD9-FA5F-4E4E-9E2F-7522EFA6A32D}" destId="{8908DB27-D9F8-4893-A4FE-39314C01E23E}" srcOrd="0" destOrd="0" parTransId="{8EC2B42A-0DBB-4DAF-B66B-F155498A5DC6}" sibTransId="{7C82B9CD-EA94-4622-944E-651D85606E28}"/>
    <dgm:cxn modelId="{4C7BB149-609D-4D85-82D1-4F6982F3BBAF}" type="presOf" srcId="{BA175541-1377-4F92-B560-423C312DED49}" destId="{46B7D19D-498B-47C8-9A6A-268F3C1D14CA}" srcOrd="0" destOrd="0" presId="urn:microsoft.com/office/officeart/2005/8/layout/orgChart1"/>
    <dgm:cxn modelId="{5302C069-4F89-432B-AC23-51097EAA6B97}" type="presOf" srcId="{6002EDA5-1E81-450A-B8DD-4ACA5FD6B455}" destId="{FB6F9D56-4919-42B5-AF44-1C62EAA5EED7}" srcOrd="0" destOrd="0" presId="urn:microsoft.com/office/officeart/2005/8/layout/orgChart1"/>
    <dgm:cxn modelId="{A6E0C149-9A13-44B8-A584-A90020237ACD}" type="presOf" srcId="{868523C5-1650-445D-A1CB-2D562482CA9E}" destId="{DD94ECD7-41CA-45D2-AC7B-D3A2B80BECD3}" srcOrd="0" destOrd="0" presId="urn:microsoft.com/office/officeart/2005/8/layout/orgChart1"/>
    <dgm:cxn modelId="{CB527D4A-2467-4AD5-9725-F10E281264BD}" srcId="{0A22B41E-3D74-4A41-8C9C-6037D88E44C8}" destId="{5F1E15F5-A612-4AFA-8EB4-4EE9BC9C1014}" srcOrd="6" destOrd="0" parTransId="{3FF95883-C7CE-4943-BA20-B7653C030D93}" sibTransId="{4B8BD435-B1A8-41C6-8230-53FF4E76BA19}"/>
    <dgm:cxn modelId="{2618724D-1FD7-46A5-8375-3FE094FBF174}" type="presOf" srcId="{1FD3E1B8-2063-4B02-922A-0DC569E23311}" destId="{854367EA-F3A0-41DC-976C-F7A602B5EE64}" srcOrd="1" destOrd="0" presId="urn:microsoft.com/office/officeart/2005/8/layout/orgChart1"/>
    <dgm:cxn modelId="{0E980B70-260B-4794-BA20-AEBADFE39786}" type="presOf" srcId="{0FF2625F-FE46-4774-BC51-E840CF1EBE8C}" destId="{AE49D322-0696-4AE1-BD18-EEE04AD51B1F}" srcOrd="0" destOrd="0" presId="urn:microsoft.com/office/officeart/2005/8/layout/orgChart1"/>
    <dgm:cxn modelId="{FCF04D50-8225-4F57-B6A2-FB21836882A1}" srcId="{FB76B03E-6BCA-4BAA-B504-69C0663EE194}" destId="{87867E2A-039A-4857-B977-3BB10A06D57C}" srcOrd="2" destOrd="0" parTransId="{19E36335-1C2D-498C-94F5-CF22FAF99C3D}" sibTransId="{D2E8100B-E1CA-4B17-B2F0-230E7B76D900}"/>
    <dgm:cxn modelId="{9EA23671-4F92-445C-83E9-3F484056D411}" srcId="{C0CB42DD-7BB3-4673-8D1A-F97CB3E158F0}" destId="{DDBC2FF0-405C-424D-8B44-31D539C4927B}" srcOrd="0" destOrd="0" parTransId="{8109B0C9-B4E5-428B-B4CF-9830C403E792}" sibTransId="{1219EB9D-D1B1-4071-AEBB-2CF76193ACB4}"/>
    <dgm:cxn modelId="{B2028E51-6378-4238-BA04-2973DDB03E87}" type="presOf" srcId="{4020D5EB-B114-415A-95A6-5915E312F11F}" destId="{7B254277-0F5A-4E1D-9328-547FCC03190B}" srcOrd="0" destOrd="0" presId="urn:microsoft.com/office/officeart/2005/8/layout/orgChart1"/>
    <dgm:cxn modelId="{B7B9BB51-B4F2-4CF3-9D51-A27CD968E68A}" type="presOf" srcId="{63A2FD4E-DF53-4CB9-9C2F-0763390DC397}" destId="{C3AA428E-B676-4245-ADA0-7F33F3019190}" srcOrd="0" destOrd="0" presId="urn:microsoft.com/office/officeart/2005/8/layout/orgChart1"/>
    <dgm:cxn modelId="{76C9F472-2F81-462B-B642-DE69820C3B20}" type="presOf" srcId="{0D5121D7-851B-46C8-8776-EE6AE182DA2F}" destId="{DE7B63C6-6501-4B37-B411-7A24BBB75961}" srcOrd="0" destOrd="0" presId="urn:microsoft.com/office/officeart/2005/8/layout/orgChart1"/>
    <dgm:cxn modelId="{5DB66573-4D8F-4B77-B8CA-BB550538FE8F}" srcId="{FFCB7F2C-6AD5-418A-9984-0E5AA9884A6A}" destId="{44D3D75E-417A-4286-A753-B7526442E64A}" srcOrd="1" destOrd="0" parTransId="{EA61BFDD-8E86-43DB-90A9-3A22390917A3}" sibTransId="{80B1AE12-784D-401D-8782-F19A92C584F2}"/>
    <dgm:cxn modelId="{5B2DB173-2F8D-42D3-9400-64F3D435EBDB}" type="presOf" srcId="{44D3D75E-417A-4286-A753-B7526442E64A}" destId="{6995B0C3-63AE-4776-8F4A-6753F09E745D}" srcOrd="1" destOrd="0" presId="urn:microsoft.com/office/officeart/2005/8/layout/orgChart1"/>
    <dgm:cxn modelId="{1E063E74-45FA-4D94-B661-7B380B29E04D}" srcId="{13928332-6699-4125-A9B7-13CE3BC80A46}" destId="{23090C67-1223-4EC4-8D20-37934DC42278}" srcOrd="0" destOrd="0" parTransId="{388C6769-9306-4BA2-ABCC-645C02F0F4F0}" sibTransId="{4D976496-F0C9-4522-B2BE-60D80F5F2546}"/>
    <dgm:cxn modelId="{BF1C8154-27B1-4257-9701-D76F11CB68B2}" type="presOf" srcId="{FB76B03E-6BCA-4BAA-B504-69C0663EE194}" destId="{F54D9504-DB4B-4941-9554-DF316A286CF1}" srcOrd="1" destOrd="0" presId="urn:microsoft.com/office/officeart/2005/8/layout/orgChart1"/>
    <dgm:cxn modelId="{CD9D0155-1F66-461C-9400-0E13937FB9C2}" type="presOf" srcId="{F53C07DB-A05D-450C-BF96-F3B73A066426}" destId="{AB5C9093-B85E-4BCA-9FC9-1E3A495A3DA4}" srcOrd="1" destOrd="0" presId="urn:microsoft.com/office/officeart/2005/8/layout/orgChart1"/>
    <dgm:cxn modelId="{28A28975-E293-4D71-B8A7-93575EAC4FCA}" type="presOf" srcId="{D745BA74-F998-48EF-9348-ECBB52B9EFDB}" destId="{A8240B4E-A431-4E56-B8E4-0447471380CC}" srcOrd="0" destOrd="0" presId="urn:microsoft.com/office/officeart/2005/8/layout/orgChart1"/>
    <dgm:cxn modelId="{E9041F56-F810-4455-9ED3-7F95E208B919}" type="presOf" srcId="{541D5AAA-76AF-45E3-938C-82AE469DE4AF}" destId="{8A97841B-3411-4D8A-831D-FFE5E44065FA}" srcOrd="0" destOrd="0" presId="urn:microsoft.com/office/officeart/2005/8/layout/orgChart1"/>
    <dgm:cxn modelId="{53029976-BC41-4AA3-A395-DD72119A10CB}" type="presOf" srcId="{FFCB7F2C-6AD5-418A-9984-0E5AA9884A6A}" destId="{EBA2CC82-6A66-4024-B5BA-2431E6FFDF04}" srcOrd="1" destOrd="0" presId="urn:microsoft.com/office/officeart/2005/8/layout/orgChart1"/>
    <dgm:cxn modelId="{0EF5EB76-CAA1-4D5E-ACF8-8B37719FB61E}" type="presOf" srcId="{E57BCD46-82E0-440D-AF0E-D3484979E5C7}" destId="{A89A66CE-9502-4D9F-BDEA-69BFCFE241AC}" srcOrd="0" destOrd="0" presId="urn:microsoft.com/office/officeart/2005/8/layout/orgChart1"/>
    <dgm:cxn modelId="{9C3E5357-EF6B-46ED-9037-BCC3C3BF06C4}" type="presOf" srcId="{BA175541-1377-4F92-B560-423C312DED49}" destId="{9EC78C18-F1BC-42BD-87B4-4E42B799A416}" srcOrd="1" destOrd="0" presId="urn:microsoft.com/office/officeart/2005/8/layout/orgChart1"/>
    <dgm:cxn modelId="{D3D35C59-30A0-42BE-B067-AC49E56374E6}" type="presOf" srcId="{F53C07DB-A05D-450C-BF96-F3B73A066426}" destId="{F775871A-D284-46A3-9AB2-D366E601DDE3}" srcOrd="0" destOrd="0" presId="urn:microsoft.com/office/officeart/2005/8/layout/orgChart1"/>
    <dgm:cxn modelId="{1D97AC59-7EE5-4B05-8EBF-96FC2EB65689}" type="presOf" srcId="{388C6769-9306-4BA2-ABCC-645C02F0F4F0}" destId="{76ABC96B-BBEB-4BAA-8F11-248F695AC1AE}" srcOrd="0" destOrd="0" presId="urn:microsoft.com/office/officeart/2005/8/layout/orgChart1"/>
    <dgm:cxn modelId="{C4F0D859-BF94-43C3-95DA-9F638011F352}" type="presOf" srcId="{EFA16AF3-6FCC-40F7-90CF-1ADC69E22D23}" destId="{0AC6DC55-1654-4904-98D3-8DDB5CFE504A}" srcOrd="0" destOrd="0" presId="urn:microsoft.com/office/officeart/2005/8/layout/orgChart1"/>
    <dgm:cxn modelId="{2F2E4D7B-8D2C-4535-9E93-D4CEDB7AED64}" srcId="{FFCB7F2C-6AD5-418A-9984-0E5AA9884A6A}" destId="{E2AB6375-FFA4-464E-990A-72025EFF7D0D}" srcOrd="4" destOrd="0" parTransId="{0560018E-E17A-4C5E-9140-B75D5ECAED10}" sibTransId="{09026E90-3CC2-4D26-97C6-651F8D1F9CAD}"/>
    <dgm:cxn modelId="{E6627C7D-24CC-4BCF-9D9E-E325D98B3434}" type="presOf" srcId="{9088C99A-550F-4EF0-9664-31FEB96FE282}" destId="{F1960061-8FF4-4162-A01C-0F9968304A24}" srcOrd="1" destOrd="0" presId="urn:microsoft.com/office/officeart/2005/8/layout/orgChart1"/>
    <dgm:cxn modelId="{08E3FD7D-48EC-4D27-BFD5-EA2C54F18F82}" type="presOf" srcId="{71941F97-7C7C-4EA2-B404-7BEBDD8E362D}" destId="{2DB7797F-247D-4C37-8A0F-401918560231}" srcOrd="0" destOrd="0" presId="urn:microsoft.com/office/officeart/2005/8/layout/orgChart1"/>
    <dgm:cxn modelId="{AC94137E-4B8F-4329-8BCD-FCA19299CB4D}" type="presOf" srcId="{DDBC2FF0-405C-424D-8B44-31D539C4927B}" destId="{1B45D10F-710C-4943-8BB2-921F6333595E}" srcOrd="1" destOrd="0" presId="urn:microsoft.com/office/officeart/2005/8/layout/orgChart1"/>
    <dgm:cxn modelId="{4FA31783-8A9A-482F-8BAE-3EACAF6B1503}" srcId="{A81A7A40-23EE-43A4-B9AC-19113FD26398}" destId="{541D5AAA-76AF-45E3-938C-82AE469DE4AF}" srcOrd="2" destOrd="0" parTransId="{9D718084-7116-4E30-957C-1BC8D0EB2015}" sibTransId="{9D2DCDDB-69C0-4B1D-AE1F-EA28B7EE29D1}"/>
    <dgm:cxn modelId="{09A39C83-13D1-43E8-AFDB-758BB6037538}" srcId="{FB76B03E-6BCA-4BAA-B504-69C0663EE194}" destId="{33C8F07D-3A16-4C25-8C5A-0735732C698F}" srcOrd="0" destOrd="0" parTransId="{F44677FA-0A80-469C-A5CA-6873066D63FF}" sibTransId="{29BEBB49-7331-4C1A-B7FD-BBC92E9FC33D}"/>
    <dgm:cxn modelId="{DC17DA83-89E8-4553-8553-53E8A4838A20}" type="presOf" srcId="{D78EBE3B-8344-493B-B13A-3340DDCEAD3D}" destId="{167EF8C3-4B4B-4B3D-9E9F-F9A26FA2EB8A}" srcOrd="1" destOrd="0" presId="urn:microsoft.com/office/officeart/2005/8/layout/orgChart1"/>
    <dgm:cxn modelId="{AA854D8E-AEFE-4D17-851D-C639BBA3C08C}" srcId="{FFCB7F2C-6AD5-418A-9984-0E5AA9884A6A}" destId="{351CAA09-2408-482D-80B7-0C030E8F5762}" srcOrd="5" destOrd="0" parTransId="{DCFD4730-80A5-4877-A32E-6376C1182520}" sibTransId="{4DA5B105-D58D-40D3-AC8B-F362B967007E}"/>
    <dgm:cxn modelId="{2D5BA68E-F351-490C-9F2B-00C6E4594C26}" type="presOf" srcId="{E57BCD46-82E0-440D-AF0E-D3484979E5C7}" destId="{DF9C5E0B-4D37-40BF-9ACB-0BF1DDEE55A7}" srcOrd="1" destOrd="0" presId="urn:microsoft.com/office/officeart/2005/8/layout/orgChart1"/>
    <dgm:cxn modelId="{4D64388F-06D4-4917-803B-C2EF6F17B849}" srcId="{0A22B41E-3D74-4A41-8C9C-6037D88E44C8}" destId="{B492BE4B-E7C3-4D64-B31F-A330AC7DCD8F}" srcOrd="3" destOrd="0" parTransId="{552D8A64-5A6E-42E5-AF1A-AE436684441C}" sibTransId="{F8EED037-C1B9-40C2-A15B-319798515945}"/>
    <dgm:cxn modelId="{04B45D90-988F-49D9-8EF4-4107CBAF54D5}" type="presOf" srcId="{C9EED7F6-E4BF-4B53-9512-136E06869EB6}" destId="{6D98246A-28A3-4762-8D74-F24E6CFB7B47}" srcOrd="1" destOrd="0" presId="urn:microsoft.com/office/officeart/2005/8/layout/orgChart1"/>
    <dgm:cxn modelId="{A1536A90-4ED0-4F4D-8786-BDC813E324D0}" type="presOf" srcId="{E2AB6375-FFA4-464E-990A-72025EFF7D0D}" destId="{56A04BF4-687C-4B17-9F4F-88F699EE6677}" srcOrd="1" destOrd="0" presId="urn:microsoft.com/office/officeart/2005/8/layout/orgChart1"/>
    <dgm:cxn modelId="{BE221892-D78E-4A06-80F1-10E250612028}" srcId="{2A17D5E9-98B1-4ED6-8DBA-0F015F00A7C4}" destId="{43A376A6-BEBB-4EC7-B4F4-0B7F8B75DF18}" srcOrd="1" destOrd="0" parTransId="{9CDE0A40-6945-4285-86F8-5CFE3EADF78E}" sibTransId="{D0C12854-6ECE-41FB-8DDF-50EBB98CEB21}"/>
    <dgm:cxn modelId="{325D2B92-4DD5-4850-946D-D2C916230180}" srcId="{34589123-EF3A-43AC-817D-FF887FDF57F6}" destId="{2A17D5E9-98B1-4ED6-8DBA-0F015F00A7C4}" srcOrd="0" destOrd="0" parTransId="{88E535E2-5744-455C-BC72-5D0C6385E97C}" sibTransId="{4D80C3F8-4BA1-466B-8171-E0FD8DADAF13}"/>
    <dgm:cxn modelId="{79CFDC93-A55E-48A6-9D44-0B523E9494B0}" type="presOf" srcId="{DEF234FC-95E1-45D1-8ABD-AA323D043E80}" destId="{B4694DA0-CA7B-477A-A37B-230B9FD4B578}" srcOrd="0" destOrd="0" presId="urn:microsoft.com/office/officeart/2005/8/layout/orgChart1"/>
    <dgm:cxn modelId="{11CF7E96-A3A6-4FE8-969F-BCBAAFE72DE8}" srcId="{ECBABEE6-287D-4698-BC9B-BDFC4BB16BEB}" destId="{FFCB7F2C-6AD5-418A-9984-0E5AA9884A6A}" srcOrd="1" destOrd="0" parTransId="{4041DA2B-D17C-42EB-A3E6-C570F4D6C2EC}" sibTransId="{A89165C8-3D9D-4544-874A-D0D91FC39E4D}"/>
    <dgm:cxn modelId="{66C56398-F7C9-4423-80BB-C893BBB70984}" type="presOf" srcId="{34589123-EF3A-43AC-817D-FF887FDF57F6}" destId="{742E6001-FCFA-4A2D-96F0-58AE3726EA88}" srcOrd="0" destOrd="0" presId="urn:microsoft.com/office/officeart/2005/8/layout/orgChart1"/>
    <dgm:cxn modelId="{0E1E9999-50F1-40B7-85D1-682283194247}" type="presOf" srcId="{03CFE66F-5FDF-4085-99D6-5991D5B7EDD9}" destId="{3AB44016-D98D-428F-9B96-8497302DD1C8}" srcOrd="0" destOrd="0" presId="urn:microsoft.com/office/officeart/2005/8/layout/orgChart1"/>
    <dgm:cxn modelId="{65DCE399-0C6F-479C-9C34-E637B3A6EF96}" type="presOf" srcId="{BB031DD9-FA5F-4E4E-9E2F-7522EFA6A32D}" destId="{3D5B24BB-BB8D-43CC-97C7-28A60DC76C6F}" srcOrd="1" destOrd="0" presId="urn:microsoft.com/office/officeart/2005/8/layout/orgChart1"/>
    <dgm:cxn modelId="{45B3AD9A-2231-4A1A-A54A-E6F64B491589}" type="presOf" srcId="{08612D1E-BE26-48A9-93B7-698CF25026D3}" destId="{36D7DD27-C337-40C7-BC4C-2169FF8E6208}" srcOrd="0" destOrd="0" presId="urn:microsoft.com/office/officeart/2005/8/layout/orgChart1"/>
    <dgm:cxn modelId="{FD18609C-ED62-4959-89BB-E6EA7582A360}" srcId="{A81A7A40-23EE-43A4-B9AC-19113FD26398}" destId="{7BA323FB-D313-4DBD-9405-92256CC8CC30}" srcOrd="3" destOrd="0" parTransId="{82B55DEA-DCB1-4E60-97EF-73C2BDDCEB85}" sibTransId="{27ACD179-A2A9-4AE8-B286-3638FACFE999}"/>
    <dgm:cxn modelId="{2BC44E9D-5C4D-49C8-8DB8-0490A9ECF52F}" type="presOf" srcId="{7BA323FB-D313-4DBD-9405-92256CC8CC30}" destId="{2E685BC0-0595-4A44-94A4-82B9B3B4D54D}" srcOrd="1" destOrd="0" presId="urn:microsoft.com/office/officeart/2005/8/layout/orgChart1"/>
    <dgm:cxn modelId="{0A5F549D-393F-4F2D-A835-24C0EC98D283}" srcId="{FFCB7F2C-6AD5-418A-9984-0E5AA9884A6A}" destId="{63A2FD4E-DF53-4CB9-9C2F-0763390DC397}" srcOrd="3" destOrd="0" parTransId="{08612D1E-BE26-48A9-93B7-698CF25026D3}" sibTransId="{3E41E4D8-9185-4D2A-9D65-D06D75A28A76}"/>
    <dgm:cxn modelId="{E9711D9E-D2BE-4EBD-B8FF-CF2B40C7A256}" type="presOf" srcId="{D8DBCB74-E742-419D-A49C-9B38CDB43D3F}" destId="{CC8E75B9-6D31-4EBA-B1F6-4DAB12E3FF5B}" srcOrd="0" destOrd="0" presId="urn:microsoft.com/office/officeart/2005/8/layout/orgChart1"/>
    <dgm:cxn modelId="{7073B8A2-BFCC-4DDC-9EB4-75FE92DEDE34}" type="presOf" srcId="{478A871A-35AE-42EC-A2C9-1F8E68616ED3}" destId="{B07B7F26-205C-4909-AFDB-3D98EC2EFA08}" srcOrd="0" destOrd="0" presId="urn:microsoft.com/office/officeart/2005/8/layout/orgChart1"/>
    <dgm:cxn modelId="{7CB947A4-8B0E-4238-8A04-963744E3E98C}" type="presOf" srcId="{FFCB7F2C-6AD5-418A-9984-0E5AA9884A6A}" destId="{F67661F5-6EFD-46AC-9E21-F1D3CEABB257}" srcOrd="0" destOrd="0" presId="urn:microsoft.com/office/officeart/2005/8/layout/orgChart1"/>
    <dgm:cxn modelId="{51F5F2A4-06ED-48EF-B88C-F9EDAC05EA9E}" type="presOf" srcId="{CDBAAE44-F6B4-4EE2-B77E-9E5AB1A7F009}" destId="{805CFC25-7FE6-4D1C-9FB7-CF54320F79B8}" srcOrd="0" destOrd="0" presId="urn:microsoft.com/office/officeart/2005/8/layout/orgChart1"/>
    <dgm:cxn modelId="{620A4EA5-1A61-47EA-A541-99B1B59410EA}" type="presOf" srcId="{2A17D5E9-98B1-4ED6-8DBA-0F015F00A7C4}" destId="{DE04C7DA-5D3F-440F-9204-8638D146D7FC}" srcOrd="0" destOrd="0" presId="urn:microsoft.com/office/officeart/2005/8/layout/orgChart1"/>
    <dgm:cxn modelId="{7BA0ADA5-5B97-49E4-9F81-407F44FEE4C7}" type="presOf" srcId="{33C8F07D-3A16-4C25-8C5A-0735732C698F}" destId="{2E34C585-B28B-44FB-9771-222BD9EAE917}" srcOrd="0" destOrd="0" presId="urn:microsoft.com/office/officeart/2005/8/layout/orgChart1"/>
    <dgm:cxn modelId="{1C7D65A8-E20F-40B4-8DEA-E6456F4C1D3D}" srcId="{0A22B41E-3D74-4A41-8C9C-6037D88E44C8}" destId="{BA175541-1377-4F92-B560-423C312DED49}" srcOrd="0" destOrd="0" parTransId="{9FCDA867-206B-431F-B5CE-FDB518CA9C05}" sibTransId="{A3011453-5D72-4056-BCE7-A63769F4CB16}"/>
    <dgm:cxn modelId="{404ED2A8-9141-470A-A241-B5818318C9DE}" type="presOf" srcId="{71F95B5B-DB52-4A28-AA98-23AF74453527}" destId="{26439174-F942-4587-AC57-6F5397237B86}" srcOrd="0" destOrd="0" presId="urn:microsoft.com/office/officeart/2005/8/layout/orgChart1"/>
    <dgm:cxn modelId="{4F4AA8A9-A6F0-43A6-A936-6108A3E31E85}" type="presOf" srcId="{8109B0C9-B4E5-428B-B4CF-9830C403E792}" destId="{C740B296-F481-4908-AB46-17BC616141BA}" srcOrd="0" destOrd="0" presId="urn:microsoft.com/office/officeart/2005/8/layout/orgChart1"/>
    <dgm:cxn modelId="{306EB2AC-E261-4DA7-B3C0-B82C8882C3A8}" type="presOf" srcId="{5F1E15F5-A612-4AFA-8EB4-4EE9BC9C1014}" destId="{C96F9C37-991F-49D6-B97A-A0F337C56222}" srcOrd="0" destOrd="0" presId="urn:microsoft.com/office/officeart/2005/8/layout/orgChart1"/>
    <dgm:cxn modelId="{6D99F5AD-721C-4C4A-B570-59801C40C7CC}" type="presOf" srcId="{CCF7C459-787B-49DB-94DA-358D54BF33C5}" destId="{517A8951-49BD-48CE-A48C-912D8DCE84AE}" srcOrd="1" destOrd="0" presId="urn:microsoft.com/office/officeart/2005/8/layout/orgChart1"/>
    <dgm:cxn modelId="{6AECA2B1-FC79-4F90-A590-B1F9A702CD5A}" type="presOf" srcId="{44D3D75E-417A-4286-A753-B7526442E64A}" destId="{F77F24E4-746C-4DD2-B6F0-86A2C204AB6A}" srcOrd="0" destOrd="0" presId="urn:microsoft.com/office/officeart/2005/8/layout/orgChart1"/>
    <dgm:cxn modelId="{3B5175B3-62CE-48BE-8F34-A3405A09C4D4}" srcId="{1FD3E1B8-2063-4B02-922A-0DC569E23311}" destId="{FB76B03E-6BCA-4BAA-B504-69C0663EE194}" srcOrd="1" destOrd="0" parTransId="{6002EDA5-1E81-450A-B8DD-4ACA5FD6B455}" sibTransId="{AA2609A6-C899-43E4-84CF-798E8C083FD6}"/>
    <dgm:cxn modelId="{C0EA7BB4-D657-43AF-96A7-7C9ACEDE4778}" srcId="{43A376A6-BEBB-4EC7-B4F4-0B7F8B75DF18}" destId="{0FF2625F-FE46-4774-BC51-E840CF1EBE8C}" srcOrd="4" destOrd="0" parTransId="{0D5121D7-851B-46C8-8776-EE6AE182DA2F}" sibTransId="{09F81993-E053-469D-9BEF-4A4FD7751AE2}"/>
    <dgm:cxn modelId="{5EC790B4-05BB-472C-8712-5581536FADF8}" type="presOf" srcId="{3AFA6617-4429-42D1-A9FB-C520F622D8D9}" destId="{FDDB7581-8DE5-4F53-82D9-D116BD686AEA}" srcOrd="1" destOrd="0" presId="urn:microsoft.com/office/officeart/2005/8/layout/orgChart1"/>
    <dgm:cxn modelId="{1BDE2DB6-29B7-4260-99D6-6E23E51BAF9B}" type="presOf" srcId="{351CAA09-2408-482D-80B7-0C030E8F5762}" destId="{C714388F-DE34-488E-B5EB-57C442FFA88F}" srcOrd="1" destOrd="0" presId="urn:microsoft.com/office/officeart/2005/8/layout/orgChart1"/>
    <dgm:cxn modelId="{08FB79B7-8A6D-4AF7-BF95-AE10771B76CC}" type="presOf" srcId="{DA5E8D2E-30D8-40A3-ADD0-0FC49D7A09AA}" destId="{65DC1AED-E3A1-48D8-B56F-F4BF7513CA8B}" srcOrd="0" destOrd="0" presId="urn:microsoft.com/office/officeart/2005/8/layout/orgChart1"/>
    <dgm:cxn modelId="{C478F9B8-4B00-40E9-95D0-AD712B138F39}" type="presOf" srcId="{0BF6F5A0-3D3B-41D9-84C2-0863E50E3C46}" destId="{C7B927E5-361C-4D4A-AF4F-67E586F36456}" srcOrd="1" destOrd="0" presId="urn:microsoft.com/office/officeart/2005/8/layout/orgChart1"/>
    <dgm:cxn modelId="{FD1EA2B9-9BC3-4A1A-94D4-764CC8165182}" type="presOf" srcId="{9FCDA867-206B-431F-B5CE-FDB518CA9C05}" destId="{0BBB1A2E-69EF-45EB-A671-543B1B04923F}" srcOrd="0" destOrd="0" presId="urn:microsoft.com/office/officeart/2005/8/layout/orgChart1"/>
    <dgm:cxn modelId="{28D407BB-E96F-4BEE-8C62-8111703E4C9F}" srcId="{FB76B03E-6BCA-4BAA-B504-69C0663EE194}" destId="{BB031DD9-FA5F-4E4E-9E2F-7522EFA6A32D}" srcOrd="3" destOrd="0" parTransId="{15606F85-6495-4A08-882E-C63751A6C4C8}" sibTransId="{AC514154-471E-4003-9517-570C10D56F4C}"/>
    <dgm:cxn modelId="{3F6EC5BC-0C14-45F9-BC37-D03C8EE28640}" type="presOf" srcId="{936A35DF-79E5-4444-A2D5-64343421F3DB}" destId="{221C5653-A063-4BA2-85F4-606EB57FE20B}" srcOrd="0" destOrd="0" presId="urn:microsoft.com/office/officeart/2005/8/layout/orgChart1"/>
    <dgm:cxn modelId="{514597BD-9A67-464F-916A-970BA6B1273A}" type="presOf" srcId="{105515F5-D839-4C1E-B16C-777298E06929}" destId="{CF7EF0DE-3435-4145-9CED-6CC2EE300D92}" srcOrd="0" destOrd="0" presId="urn:microsoft.com/office/officeart/2005/8/layout/orgChart1"/>
    <dgm:cxn modelId="{7E901DBE-0E4B-48E3-B156-EF214C2E1258}" type="presOf" srcId="{1D55CD27-ECF5-4614-A926-E7908A731417}" destId="{8B806298-29F3-496B-89E0-927B680BEC1D}" srcOrd="0" destOrd="0" presId="urn:microsoft.com/office/officeart/2005/8/layout/orgChart1"/>
    <dgm:cxn modelId="{A17F9FBE-B004-4703-896A-BED1E1F795B9}" srcId="{0A22B41E-3D74-4A41-8C9C-6037D88E44C8}" destId="{D8DBCB74-E742-419D-A49C-9B38CDB43D3F}" srcOrd="1" destOrd="0" parTransId="{105515F5-D839-4C1E-B16C-777298E06929}" sibTransId="{315C04D3-DC90-41BF-B34B-5D9A436D84A6}"/>
    <dgm:cxn modelId="{491F4EBF-4CC5-4812-830B-156F4C21F3C6}" type="presOf" srcId="{70FA7DC4-9C32-4E08-9730-E4236E50D7E9}" destId="{AF0321E1-30CA-4B7E-A2BE-E1F8B9DFEB80}" srcOrd="1" destOrd="0" presId="urn:microsoft.com/office/officeart/2005/8/layout/orgChart1"/>
    <dgm:cxn modelId="{1ED950BF-495B-4898-B3F7-BE08F8E6D932}" type="presOf" srcId="{F84CEA2A-AC49-45E4-AA78-3C3C377381A0}" destId="{B8026122-73F0-4067-A3D3-9AC7A15966E2}" srcOrd="0" destOrd="0" presId="urn:microsoft.com/office/officeart/2005/8/layout/orgChart1"/>
    <dgm:cxn modelId="{BF0338C2-DA2A-4CF5-BEA3-73200A177512}" type="presOf" srcId="{3FF95883-C7CE-4943-BA20-B7653C030D93}" destId="{7038EDE8-9DFC-4B7C-ADCC-43E20BAEEF62}" srcOrd="0" destOrd="0" presId="urn:microsoft.com/office/officeart/2005/8/layout/orgChart1"/>
    <dgm:cxn modelId="{4ADE7FC4-E673-4B60-8A9F-0B5444995F1E}" srcId="{C0CB42DD-7BB3-4673-8D1A-F97CB3E158F0}" destId="{014749DB-B6D8-4C5D-A2F8-89C102355B01}" srcOrd="1" destOrd="0" parTransId="{1D55CD27-ECF5-4614-A926-E7908A731417}" sibTransId="{19FF9027-E0FA-40DD-B065-2692CDF90A26}"/>
    <dgm:cxn modelId="{77CFF1C5-363D-46E7-8325-24C2231AE549}" type="presOf" srcId="{23090C67-1223-4EC4-8D20-37934DC42278}" destId="{8F7386E6-174F-4F2D-B32C-6B352000558A}" srcOrd="0" destOrd="0" presId="urn:microsoft.com/office/officeart/2005/8/layout/orgChart1"/>
    <dgm:cxn modelId="{13F452CA-CE1B-49FF-BC55-ACB257220001}" type="presOf" srcId="{541D5AAA-76AF-45E3-938C-82AE469DE4AF}" destId="{E29ECCDD-F4F8-47F6-A83E-183D91A566D8}" srcOrd="1" destOrd="0" presId="urn:microsoft.com/office/officeart/2005/8/layout/orgChart1"/>
    <dgm:cxn modelId="{6887D9CB-3F43-43C0-A14B-9959F5245F37}" srcId="{BB031DD9-FA5F-4E4E-9E2F-7522EFA6A32D}" destId="{9088C99A-550F-4EF0-9664-31FEB96FE282}" srcOrd="2" destOrd="0" parTransId="{EA0E8338-BBDE-45A4-8E48-4B63B279BA4E}" sibTransId="{24C14EE5-F97C-4914-A90E-BD23C2B90645}"/>
    <dgm:cxn modelId="{E6266ACC-5748-41A4-914C-348F0410418D}" type="presOf" srcId="{CCF7C459-787B-49DB-94DA-358D54BF33C5}" destId="{439E56F9-E0D1-4158-882C-6937E7D7C844}" srcOrd="0" destOrd="0" presId="urn:microsoft.com/office/officeart/2005/8/layout/orgChart1"/>
    <dgm:cxn modelId="{76607FCE-43CC-40E7-A0C1-858B018764BC}" type="presOf" srcId="{63937627-8CC5-4F0D-8FC1-F5356D156656}" destId="{82A47582-08F1-4E5A-8D12-0BEE152E6967}" srcOrd="0" destOrd="0" presId="urn:microsoft.com/office/officeart/2005/8/layout/orgChart1"/>
    <dgm:cxn modelId="{82F76FCF-BF69-4835-AA0A-81E77811F868}" srcId="{0FF2625F-FE46-4774-BC51-E840CF1EBE8C}" destId="{3AFA6617-4429-42D1-A9FB-C520F622D8D9}" srcOrd="0" destOrd="0" parTransId="{D2E6CC17-1B3E-4157-8278-C6DA3057FD96}" sibTransId="{820A43A9-7E9D-47D2-883E-57EB26D4C2CF}"/>
    <dgm:cxn modelId="{DBAAD5CF-A287-4521-89C8-CEB882D3195C}" type="presOf" srcId="{C0CB42DD-7BB3-4673-8D1A-F97CB3E158F0}" destId="{7D90D57A-72CC-44B1-B70C-C5F782969437}" srcOrd="1" destOrd="0" presId="urn:microsoft.com/office/officeart/2005/8/layout/orgChart1"/>
    <dgm:cxn modelId="{30B2D5D1-668B-4273-980C-4B59ED037F60}" type="presOf" srcId="{3AFA6617-4429-42D1-A9FB-C520F622D8D9}" destId="{78B856AD-E9FE-4F47-B774-47D968C95901}" srcOrd="0" destOrd="0" presId="urn:microsoft.com/office/officeart/2005/8/layout/orgChart1"/>
    <dgm:cxn modelId="{334556D3-B4B0-438D-96CD-30E7C6901EBF}" srcId="{FB76B03E-6BCA-4BAA-B504-69C0663EE194}" destId="{70FA7DC4-9C32-4E08-9730-E4236E50D7E9}" srcOrd="1" destOrd="0" parTransId="{71F95B5B-DB52-4A28-AA98-23AF74453527}" sibTransId="{38FB0930-6141-43CE-BB51-360DCC7DD6D3}"/>
    <dgm:cxn modelId="{802AEED4-A77E-4CCB-B2CC-40F54A27130E}" srcId="{1FD3E1B8-2063-4B02-922A-0DC569E23311}" destId="{ECBABEE6-287D-4698-BC9B-BDFC4BB16BEB}" srcOrd="2" destOrd="0" parTransId="{73A3ECC2-EF80-404A-B1BA-5D55C2C09F44}" sibTransId="{B1140881-672D-44CC-BE8B-EA078B5E1853}"/>
    <dgm:cxn modelId="{0FEFE3D7-0140-46E1-A86F-A080DE008F2F}" type="presOf" srcId="{ECBABEE6-287D-4698-BC9B-BDFC4BB16BEB}" destId="{157F4EAD-79E5-4C6B-83D5-1F9C0FC645BA}" srcOrd="0" destOrd="0" presId="urn:microsoft.com/office/officeart/2005/8/layout/orgChart1"/>
    <dgm:cxn modelId="{6ACB25D8-C4F2-452A-A6DC-AB23FEF5F7D5}" type="presOf" srcId="{9088C99A-550F-4EF0-9664-31FEB96FE282}" destId="{63EA8934-7361-4197-A1E5-43FD971BD67A}" srcOrd="0" destOrd="0" presId="urn:microsoft.com/office/officeart/2005/8/layout/orgChart1"/>
    <dgm:cxn modelId="{F7F4ABD9-E9AA-485D-9534-413C82CB9D8E}" type="presOf" srcId="{7354768F-F1A2-46E6-94C0-A0F2995C675F}" destId="{7298843C-A6BF-4B87-BB5B-9828F41CBD7C}" srcOrd="0" destOrd="0" presId="urn:microsoft.com/office/officeart/2005/8/layout/orgChart1"/>
    <dgm:cxn modelId="{122C9CDB-2CF6-49E6-8DFF-ACF3403E2907}" type="presOf" srcId="{BB031DD9-FA5F-4E4E-9E2F-7522EFA6A32D}" destId="{0A577A01-7A93-4FB6-B517-47B4DDC7C34F}" srcOrd="0" destOrd="0" presId="urn:microsoft.com/office/officeart/2005/8/layout/orgChart1"/>
    <dgm:cxn modelId="{328666DD-9D94-4A9A-83C3-477DBAD0D434}" type="presOf" srcId="{A63F3805-3985-43C4-9A28-AE95DAFC94DA}" destId="{BE3055B2-651B-4DE6-9AA4-EC5FD763FA8A}" srcOrd="1" destOrd="0" presId="urn:microsoft.com/office/officeart/2005/8/layout/orgChart1"/>
    <dgm:cxn modelId="{183294DD-BAA3-491E-9A61-DAB528300C2B}" type="presOf" srcId="{63937627-8CC5-4F0D-8FC1-F5356D156656}" destId="{72A955F4-77D1-429D-9CB8-7EB13A5EA2D4}" srcOrd="1" destOrd="0" presId="urn:microsoft.com/office/officeart/2005/8/layout/orgChart1"/>
    <dgm:cxn modelId="{5247F3DD-47FE-4A2B-9EC7-01DE867BBD7F}" type="presOf" srcId="{DDBC2FF0-405C-424D-8B44-31D539C4927B}" destId="{C11C4E9E-7FC9-4731-B287-80A256055D1D}" srcOrd="0" destOrd="0" presId="urn:microsoft.com/office/officeart/2005/8/layout/orgChart1"/>
    <dgm:cxn modelId="{D3C81BDE-E31D-42AA-996A-CF30D3D19681}" type="presOf" srcId="{73A3ECC2-EF80-404A-B1BA-5D55C2C09F44}" destId="{2D074E90-AB88-448C-B508-7D749760410B}" srcOrd="0" destOrd="0" presId="urn:microsoft.com/office/officeart/2005/8/layout/orgChart1"/>
    <dgm:cxn modelId="{4EBB60DE-9D36-4B7A-A9DC-F9AD1FBD04E5}" type="presOf" srcId="{4D5F9565-C36B-441B-BE53-4871C7C2779E}" destId="{103294C6-8220-4784-82BE-B60390752AD5}" srcOrd="0" destOrd="0" presId="urn:microsoft.com/office/officeart/2005/8/layout/orgChart1"/>
    <dgm:cxn modelId="{00D2E1E1-3585-4BBA-8F2A-E51E0967A271}" type="presOf" srcId="{13928332-6699-4125-A9B7-13CE3BC80A46}" destId="{66BA419E-0BE2-4D3F-9777-E0B7FBAEC5BD}" srcOrd="0" destOrd="0" presId="urn:microsoft.com/office/officeart/2005/8/layout/orgChart1"/>
    <dgm:cxn modelId="{E318C1E2-643F-4F3D-BFB0-546EB1602782}" type="presOf" srcId="{E1211407-A392-48BD-B561-3363CED504AA}" destId="{C8DD303F-7A77-4494-95D6-33F4E65BD977}" srcOrd="0" destOrd="0" presId="urn:microsoft.com/office/officeart/2005/8/layout/orgChart1"/>
    <dgm:cxn modelId="{5050D8E2-8C17-467C-B6B4-3329441EF9FB}" srcId="{0A22B41E-3D74-4A41-8C9C-6037D88E44C8}" destId="{F53C07DB-A05D-450C-BF96-F3B73A066426}" srcOrd="5" destOrd="0" parTransId="{4D5F9565-C36B-441B-BE53-4871C7C2779E}" sibTransId="{84459409-53BA-4B92-8F92-CE210C59D5DD}"/>
    <dgm:cxn modelId="{6B1442E3-C763-4039-A6AE-F70419126AB0}" srcId="{BB031DD9-FA5F-4E4E-9E2F-7522EFA6A32D}" destId="{A63F3805-3985-43C4-9A28-AE95DAFC94DA}" srcOrd="1" destOrd="0" parTransId="{2E185A03-E006-490E-BF16-5E198A35E5A9}" sibTransId="{230AA455-90E2-4AC9-9B78-5C8C9724E69D}"/>
    <dgm:cxn modelId="{8EF00AE4-3AEC-4240-BA82-DA8CC2089C58}" type="presOf" srcId="{A81A7A40-23EE-43A4-B9AC-19113FD26398}" destId="{13B5C2B2-4B4D-4388-B563-06790A320B53}" srcOrd="1" destOrd="0" presId="urn:microsoft.com/office/officeart/2005/8/layout/orgChart1"/>
    <dgm:cxn modelId="{48E291E4-A257-4E7C-AECC-3E952009AED0}" type="presOf" srcId="{DCFD4730-80A5-4877-A32E-6376C1182520}" destId="{751A8547-B490-4FAA-B956-0B665E2FB08A}" srcOrd="0" destOrd="0" presId="urn:microsoft.com/office/officeart/2005/8/layout/orgChart1"/>
    <dgm:cxn modelId="{A6BBFBE6-C88B-4576-B42C-54EC7F58E258}" type="presOf" srcId="{F44677FA-0A80-469C-A5CA-6873066D63FF}" destId="{50036CB3-3CBB-4906-A407-4185764C2030}" srcOrd="0" destOrd="0" presId="urn:microsoft.com/office/officeart/2005/8/layout/orgChart1"/>
    <dgm:cxn modelId="{191BBCE9-FBC9-49E8-91CA-77323BEB0233}" srcId="{C0CB42DD-7BB3-4673-8D1A-F97CB3E158F0}" destId="{EAB6FA39-00F9-4105-B9D8-FC912B1F0443}" srcOrd="2" destOrd="0" parTransId="{F84CEA2A-AC49-45E4-AA78-3C3C377381A0}" sibTransId="{0D531796-F5BC-4F36-9638-083F4AB9857F}"/>
    <dgm:cxn modelId="{1EDFF5E9-4835-49EC-83EC-3A03EE4D3A8D}" type="presOf" srcId="{DEF234FC-95E1-45D1-8ABD-AA323D043E80}" destId="{3CDAA18E-8299-4B30-9637-0FAF4DE2031F}" srcOrd="1" destOrd="0" presId="urn:microsoft.com/office/officeart/2005/8/layout/orgChart1"/>
    <dgm:cxn modelId="{FD33A5EA-6659-4D8B-8611-17606403E428}" srcId="{43A376A6-BEBB-4EC7-B4F4-0B7F8B75DF18}" destId="{C0CB42DD-7BB3-4673-8D1A-F97CB3E158F0}" srcOrd="3" destOrd="0" parTransId="{E1211407-A392-48BD-B561-3363CED504AA}" sibTransId="{53C0B474-8BD6-42E6-B9DF-D450CAE7CFDB}"/>
    <dgm:cxn modelId="{23BADCEF-A018-4210-ACF0-31F0E309189F}" type="presOf" srcId="{15606F85-6495-4A08-882E-C63751A6C4C8}" destId="{FE3003D5-C216-4F2F-8559-D3435D34C3BA}" srcOrd="0" destOrd="0" presId="urn:microsoft.com/office/officeart/2005/8/layout/orgChart1"/>
    <dgm:cxn modelId="{85E61DF1-E865-426D-8CCE-600AB94B5FDF}" type="presOf" srcId="{0A22B41E-3D74-4A41-8C9C-6037D88E44C8}" destId="{9E835237-CD5F-4343-B5A1-F63CBD2A15D8}" srcOrd="0" destOrd="0" presId="urn:microsoft.com/office/officeart/2005/8/layout/orgChart1"/>
    <dgm:cxn modelId="{FC1C62F5-31F3-4E0C-B701-FD5E737C29AF}" type="presOf" srcId="{EAB6FA39-00F9-4105-B9D8-FC912B1F0443}" destId="{55C7CEED-AFFC-491D-9BB6-EC7BD1917775}" srcOrd="1" destOrd="0" presId="urn:microsoft.com/office/officeart/2005/8/layout/orgChart1"/>
    <dgm:cxn modelId="{B1F78CF6-5424-472D-9B5F-2DCD2A64D7AA}" type="presOf" srcId="{0BF6F5A0-3D3B-41D9-84C2-0863E50E3C46}" destId="{3E83E1ED-D233-4AE0-8F2A-53EB9321B46A}" srcOrd="0" destOrd="0" presId="urn:microsoft.com/office/officeart/2005/8/layout/orgChart1"/>
    <dgm:cxn modelId="{2DF00CF7-57A3-4AA2-B4C8-09AC32F8E73F}" type="presOf" srcId="{DC4B229B-5C6C-4E78-A0F7-B6D6FA8AE44E}" destId="{9737DDC2-4E9C-4429-91F1-0756C891F8F1}" srcOrd="0" destOrd="0" presId="urn:microsoft.com/office/officeart/2005/8/layout/orgChart1"/>
    <dgm:cxn modelId="{3BA6AEF8-034D-42AA-9E3F-440BE3A1E092}" type="presOf" srcId="{4041DA2B-D17C-42EB-A3E6-C570F4D6C2EC}" destId="{97222117-C368-4B40-8417-D580CA4AA501}" srcOrd="0" destOrd="0" presId="urn:microsoft.com/office/officeart/2005/8/layout/orgChart1"/>
    <dgm:cxn modelId="{DBDA16F9-D15C-4598-AABB-ED06FB1F9194}" type="presOf" srcId="{D1E5E666-C0E8-4A0C-B5F8-07D262796467}" destId="{5059C440-C6BE-41DE-95B6-A9FBE88B72B0}" srcOrd="0" destOrd="0" presId="urn:microsoft.com/office/officeart/2005/8/layout/orgChart1"/>
    <dgm:cxn modelId="{B39D98FA-670A-4008-9CB5-6F70E8E86F7A}" type="presOf" srcId="{13928332-6699-4125-A9B7-13CE3BC80A46}" destId="{A2EF156C-E6A8-4B15-BC23-3288D42DF027}" srcOrd="1" destOrd="0" presId="urn:microsoft.com/office/officeart/2005/8/layout/orgChart1"/>
    <dgm:cxn modelId="{8B70AFFA-A9C1-4BB5-8744-88560FC51231}" type="presOf" srcId="{0FF2625F-FE46-4774-BC51-E840CF1EBE8C}" destId="{93AF165A-936E-465E-AB04-967875D9C89A}" srcOrd="1" destOrd="0" presId="urn:microsoft.com/office/officeart/2005/8/layout/orgChart1"/>
    <dgm:cxn modelId="{59D7C5FB-11E6-48A1-A904-7F511DB83591}" srcId="{0FF2625F-FE46-4774-BC51-E840CF1EBE8C}" destId="{868523C5-1650-445D-A1CB-2D562482CA9E}" srcOrd="2" destOrd="0" parTransId="{71941F97-7C7C-4EA2-B404-7BEBDD8E362D}" sibTransId="{9F79511A-EBA7-481C-8890-3D16563B25D7}"/>
    <dgm:cxn modelId="{CAC8F4FB-53AC-4083-BD72-C6CFC994538F}" type="presOf" srcId="{19E36335-1C2D-498C-94F5-CF22FAF99C3D}" destId="{3E014B47-1F77-4E3F-87D5-DF54BFE17AAC}" srcOrd="0" destOrd="0" presId="urn:microsoft.com/office/officeart/2005/8/layout/orgChart1"/>
    <dgm:cxn modelId="{30B252FD-2970-47F1-A1D4-B1857B77D9CC}" type="presOf" srcId="{014749DB-B6D8-4C5D-A2F8-89C102355B01}" destId="{3DD1836B-BA5D-4B8D-8F1A-BCDD583556FA}" srcOrd="1" destOrd="0" presId="urn:microsoft.com/office/officeart/2005/8/layout/orgChart1"/>
    <dgm:cxn modelId="{C32891FE-E301-43AB-9D7B-97494B1691DA}" type="presOf" srcId="{43A376A6-BEBB-4EC7-B4F4-0B7F8B75DF18}" destId="{23D16FC4-C804-46DE-B72F-38C3C7C34659}" srcOrd="0" destOrd="0" presId="urn:microsoft.com/office/officeart/2005/8/layout/orgChart1"/>
    <dgm:cxn modelId="{3F9B0AFF-9FB8-497E-815F-270CEFBA5F92}" srcId="{ECBABEE6-287D-4698-BC9B-BDFC4BB16BEB}" destId="{E57BCD46-82E0-440D-AF0E-D3484979E5C7}" srcOrd="0" destOrd="0" parTransId="{3F14D65D-2D5C-46A6-97E3-080B02EC00FB}" sibTransId="{466116B8-ABCA-487E-95E1-BD578B640C94}"/>
    <dgm:cxn modelId="{1BBF16AD-A45A-4431-9225-F26B7BC37E64}" type="presParOf" srcId="{742E6001-FCFA-4A2D-96F0-58AE3726EA88}" destId="{E101365E-6460-4885-8C66-2EF162FA2B06}" srcOrd="0" destOrd="0" presId="urn:microsoft.com/office/officeart/2005/8/layout/orgChart1"/>
    <dgm:cxn modelId="{E527D583-868E-4583-A072-FEE11B3336B5}" type="presParOf" srcId="{E101365E-6460-4885-8C66-2EF162FA2B06}" destId="{B560004D-5E70-4D65-B4B1-2479E63ED6C2}" srcOrd="0" destOrd="0" presId="urn:microsoft.com/office/officeart/2005/8/layout/orgChart1"/>
    <dgm:cxn modelId="{E4ABEC83-0196-4E82-93DA-C200E82CB6D9}" type="presParOf" srcId="{B560004D-5E70-4D65-B4B1-2479E63ED6C2}" destId="{DE04C7DA-5D3F-440F-9204-8638D146D7FC}" srcOrd="0" destOrd="0" presId="urn:microsoft.com/office/officeart/2005/8/layout/orgChart1"/>
    <dgm:cxn modelId="{F7981341-4AD2-4696-ACCC-C9CDB21EAC81}" type="presParOf" srcId="{B560004D-5E70-4D65-B4B1-2479E63ED6C2}" destId="{6BB5A4B3-787F-4739-B0D4-D73060E74A37}" srcOrd="1" destOrd="0" presId="urn:microsoft.com/office/officeart/2005/8/layout/orgChart1"/>
    <dgm:cxn modelId="{22D32D75-14A1-48CE-A3E1-868AA92883E9}" type="presParOf" srcId="{E101365E-6460-4885-8C66-2EF162FA2B06}" destId="{9CD950D9-3CB1-45D9-BA54-9513538ED3D5}" srcOrd="1" destOrd="0" presId="urn:microsoft.com/office/officeart/2005/8/layout/orgChart1"/>
    <dgm:cxn modelId="{68A52B58-2289-4379-9C0A-46E149F31212}" type="presParOf" srcId="{9CD950D9-3CB1-45D9-BA54-9513538ED3D5}" destId="{DD1E285D-8834-493B-985F-F5AB065C9819}" srcOrd="0" destOrd="0" presId="urn:microsoft.com/office/officeart/2005/8/layout/orgChart1"/>
    <dgm:cxn modelId="{3EF6B388-591F-4B59-9A40-80980B17CAF6}" type="presParOf" srcId="{9CD950D9-3CB1-45D9-BA54-9513538ED3D5}" destId="{E0F261A6-F3EB-42D0-84C5-5FD64945480C}" srcOrd="1" destOrd="0" presId="urn:microsoft.com/office/officeart/2005/8/layout/orgChart1"/>
    <dgm:cxn modelId="{53ADB5E5-3370-441F-A8FB-4A4B9350BA22}" type="presParOf" srcId="{E0F261A6-F3EB-42D0-84C5-5FD64945480C}" destId="{F4A49B84-C8F6-46C3-817B-60AF49926C33}" srcOrd="0" destOrd="0" presId="urn:microsoft.com/office/officeart/2005/8/layout/orgChart1"/>
    <dgm:cxn modelId="{F9D20469-2433-43A5-A20A-852860D7FAB0}" type="presParOf" srcId="{F4A49B84-C8F6-46C3-817B-60AF49926C33}" destId="{563A3D89-D3ED-424B-B63F-4BADAB89FFD1}" srcOrd="0" destOrd="0" presId="urn:microsoft.com/office/officeart/2005/8/layout/orgChart1"/>
    <dgm:cxn modelId="{AA6F0B79-347E-43BE-ABBB-2A2EA32A058F}" type="presParOf" srcId="{F4A49B84-C8F6-46C3-817B-60AF49926C33}" destId="{854367EA-F3A0-41DC-976C-F7A602B5EE64}" srcOrd="1" destOrd="0" presId="urn:microsoft.com/office/officeart/2005/8/layout/orgChart1"/>
    <dgm:cxn modelId="{5AA5FA81-CCC6-4809-8C99-2FA24CBF4F63}" type="presParOf" srcId="{E0F261A6-F3EB-42D0-84C5-5FD64945480C}" destId="{EAE51CF5-02A5-4B75-A5F5-7F5AFEE97998}" srcOrd="1" destOrd="0" presId="urn:microsoft.com/office/officeart/2005/8/layout/orgChart1"/>
    <dgm:cxn modelId="{2425F979-DA2E-42E8-8A15-80B3BC94CCA4}" type="presParOf" srcId="{EAE51CF5-02A5-4B75-A5F5-7F5AFEE97998}" destId="{5B7D0BFE-91A1-4107-9ECD-2EEF3B62DBD2}" srcOrd="0" destOrd="0" presId="urn:microsoft.com/office/officeart/2005/8/layout/orgChart1"/>
    <dgm:cxn modelId="{33BD9E84-AFAE-406E-8FE9-12C06A48C389}" type="presParOf" srcId="{EAE51CF5-02A5-4B75-A5F5-7F5AFEE97998}" destId="{8118A0A8-38A6-403A-BCD6-8F02C93689DD}" srcOrd="1" destOrd="0" presId="urn:microsoft.com/office/officeart/2005/8/layout/orgChart1"/>
    <dgm:cxn modelId="{4E215DA9-8093-4AAE-8FB3-7DA3FC3A40BE}" type="presParOf" srcId="{8118A0A8-38A6-403A-BCD6-8F02C93689DD}" destId="{34B509ED-54E8-4A2B-87C6-B3A00CEE2AEA}" srcOrd="0" destOrd="0" presId="urn:microsoft.com/office/officeart/2005/8/layout/orgChart1"/>
    <dgm:cxn modelId="{8C8C32E6-5E7A-48C8-8F25-2A2CBB110798}" type="presParOf" srcId="{34B509ED-54E8-4A2B-87C6-B3A00CEE2AEA}" destId="{89E412AB-1284-4CF2-9F2E-08D35CAEC4A3}" srcOrd="0" destOrd="0" presId="urn:microsoft.com/office/officeart/2005/8/layout/orgChart1"/>
    <dgm:cxn modelId="{E66383E0-77FE-4E17-86AF-898B6A6A4F38}" type="presParOf" srcId="{34B509ED-54E8-4A2B-87C6-B3A00CEE2AEA}" destId="{13B5C2B2-4B4D-4388-B563-06790A320B53}" srcOrd="1" destOrd="0" presId="urn:microsoft.com/office/officeart/2005/8/layout/orgChart1"/>
    <dgm:cxn modelId="{504D3C57-17DA-4AEF-B94A-A7743AE93F65}" type="presParOf" srcId="{8118A0A8-38A6-403A-BCD6-8F02C93689DD}" destId="{495FAD0B-A98E-4B35-A118-C5729C08E4EA}" srcOrd="1" destOrd="0" presId="urn:microsoft.com/office/officeart/2005/8/layout/orgChart1"/>
    <dgm:cxn modelId="{E26BCD4D-9CDB-476D-8460-7EC1314146BE}" type="presParOf" srcId="{495FAD0B-A98E-4B35-A118-C5729C08E4EA}" destId="{0AC6DC55-1654-4904-98D3-8DDB5CFE504A}" srcOrd="0" destOrd="0" presId="urn:microsoft.com/office/officeart/2005/8/layout/orgChart1"/>
    <dgm:cxn modelId="{42776668-F5E5-4229-86B3-56ABA9BD9FF7}" type="presParOf" srcId="{495FAD0B-A98E-4B35-A118-C5729C08E4EA}" destId="{050372D5-6778-4FF1-BAB8-78E7D27586CB}" srcOrd="1" destOrd="0" presId="urn:microsoft.com/office/officeart/2005/8/layout/orgChart1"/>
    <dgm:cxn modelId="{E80A2958-657B-4DA2-8FA6-149C97EF5A28}" type="presParOf" srcId="{050372D5-6778-4FF1-BAB8-78E7D27586CB}" destId="{B26A32E9-957D-4737-8A5A-AE6EECAC174D}" srcOrd="0" destOrd="0" presId="urn:microsoft.com/office/officeart/2005/8/layout/orgChart1"/>
    <dgm:cxn modelId="{62157FF2-BF65-4F2B-A23F-775CC5AC28CD}" type="presParOf" srcId="{B26A32E9-957D-4737-8A5A-AE6EECAC174D}" destId="{8E3C09B0-33FE-4488-B542-1A447D0437ED}" srcOrd="0" destOrd="0" presId="urn:microsoft.com/office/officeart/2005/8/layout/orgChart1"/>
    <dgm:cxn modelId="{59A9B3F2-898E-48DD-927A-4E3107363049}" type="presParOf" srcId="{B26A32E9-957D-4737-8A5A-AE6EECAC174D}" destId="{167EF8C3-4B4B-4B3D-9E9F-F9A26FA2EB8A}" srcOrd="1" destOrd="0" presId="urn:microsoft.com/office/officeart/2005/8/layout/orgChart1"/>
    <dgm:cxn modelId="{C8C499EC-B6FE-467C-907A-E378BC078C21}" type="presParOf" srcId="{050372D5-6778-4FF1-BAB8-78E7D27586CB}" destId="{EE13FBB4-F00D-4759-989A-891DE84D6947}" srcOrd="1" destOrd="0" presId="urn:microsoft.com/office/officeart/2005/8/layout/orgChart1"/>
    <dgm:cxn modelId="{483AF60B-C685-4A2D-A8E5-272C3107C535}" type="presParOf" srcId="{050372D5-6778-4FF1-BAB8-78E7D27586CB}" destId="{D51C2EEF-8D74-4453-9FA7-54E4B920CCC3}" srcOrd="2" destOrd="0" presId="urn:microsoft.com/office/officeart/2005/8/layout/orgChart1"/>
    <dgm:cxn modelId="{0AC8B5E0-6BE5-4365-B9E3-FDF01DD75311}" type="presParOf" srcId="{495FAD0B-A98E-4B35-A118-C5729C08E4EA}" destId="{70A064A7-0B5E-4F76-9288-3A7D65A87703}" srcOrd="2" destOrd="0" presId="urn:microsoft.com/office/officeart/2005/8/layout/orgChart1"/>
    <dgm:cxn modelId="{75016E52-4B48-4219-A534-97B348E6BF66}" type="presParOf" srcId="{495FAD0B-A98E-4B35-A118-C5729C08E4EA}" destId="{6C921809-71AC-479C-8916-11491CBBDBF7}" srcOrd="3" destOrd="0" presId="urn:microsoft.com/office/officeart/2005/8/layout/orgChart1"/>
    <dgm:cxn modelId="{60B79BAD-672D-4488-9520-28D1172F6A2A}" type="presParOf" srcId="{6C921809-71AC-479C-8916-11491CBBDBF7}" destId="{BFFD5873-EF49-4B3D-B449-FCEE3C6AD59A}" srcOrd="0" destOrd="0" presId="urn:microsoft.com/office/officeart/2005/8/layout/orgChart1"/>
    <dgm:cxn modelId="{C71F990E-4B9A-46B1-A479-E1FB003D08D6}" type="presParOf" srcId="{BFFD5873-EF49-4B3D-B449-FCEE3C6AD59A}" destId="{B07B7F26-205C-4909-AFDB-3D98EC2EFA08}" srcOrd="0" destOrd="0" presId="urn:microsoft.com/office/officeart/2005/8/layout/orgChart1"/>
    <dgm:cxn modelId="{A10C4E21-B138-4339-9E76-CD533F2E3555}" type="presParOf" srcId="{BFFD5873-EF49-4B3D-B449-FCEE3C6AD59A}" destId="{0418F6BB-8B53-433E-BDC3-D0172188C5AA}" srcOrd="1" destOrd="0" presId="urn:microsoft.com/office/officeart/2005/8/layout/orgChart1"/>
    <dgm:cxn modelId="{E5C9A4B7-24DF-4746-BAC4-75B18F29C796}" type="presParOf" srcId="{6C921809-71AC-479C-8916-11491CBBDBF7}" destId="{14C40693-0016-437F-B60B-033295B40E1C}" srcOrd="1" destOrd="0" presId="urn:microsoft.com/office/officeart/2005/8/layout/orgChart1"/>
    <dgm:cxn modelId="{29D7572B-961A-4B9C-8F63-7FE8D7C64C7F}" type="presParOf" srcId="{6C921809-71AC-479C-8916-11491CBBDBF7}" destId="{7D775977-AEA6-4C15-8C54-3177DF1B795D}" srcOrd="2" destOrd="0" presId="urn:microsoft.com/office/officeart/2005/8/layout/orgChart1"/>
    <dgm:cxn modelId="{F7F5D084-4DF3-4580-9686-53DDC422BB3B}" type="presParOf" srcId="{495FAD0B-A98E-4B35-A118-C5729C08E4EA}" destId="{A0FF712E-73D1-41A3-B1CE-C2C367B39138}" srcOrd="4" destOrd="0" presId="urn:microsoft.com/office/officeart/2005/8/layout/orgChart1"/>
    <dgm:cxn modelId="{6CE82940-D34C-4BF2-B4E5-04F1997C971C}" type="presParOf" srcId="{495FAD0B-A98E-4B35-A118-C5729C08E4EA}" destId="{222E7C46-62DD-43A9-8E01-AE2A3E236E7F}" srcOrd="5" destOrd="0" presId="urn:microsoft.com/office/officeart/2005/8/layout/orgChart1"/>
    <dgm:cxn modelId="{5F58A7B3-C4C7-45CA-8997-930C62BA9CE3}" type="presParOf" srcId="{222E7C46-62DD-43A9-8E01-AE2A3E236E7F}" destId="{FE31F3E7-DC39-4E42-A0DC-7D47D8AED2D7}" srcOrd="0" destOrd="0" presId="urn:microsoft.com/office/officeart/2005/8/layout/orgChart1"/>
    <dgm:cxn modelId="{9997F7AA-9AF9-481C-8F63-59CAE72AAA2A}" type="presParOf" srcId="{FE31F3E7-DC39-4E42-A0DC-7D47D8AED2D7}" destId="{8A97841B-3411-4D8A-831D-FFE5E44065FA}" srcOrd="0" destOrd="0" presId="urn:microsoft.com/office/officeart/2005/8/layout/orgChart1"/>
    <dgm:cxn modelId="{706D2133-1CB0-47AB-BEAF-3EEB40027A4B}" type="presParOf" srcId="{FE31F3E7-DC39-4E42-A0DC-7D47D8AED2D7}" destId="{E29ECCDD-F4F8-47F6-A83E-183D91A566D8}" srcOrd="1" destOrd="0" presId="urn:microsoft.com/office/officeart/2005/8/layout/orgChart1"/>
    <dgm:cxn modelId="{F199E839-1F82-4DBB-98AA-B36E1822A05A}" type="presParOf" srcId="{222E7C46-62DD-43A9-8E01-AE2A3E236E7F}" destId="{7DBE8E77-8873-40EA-A851-E659B761E186}" srcOrd="1" destOrd="0" presId="urn:microsoft.com/office/officeart/2005/8/layout/orgChart1"/>
    <dgm:cxn modelId="{6C2BC443-2F64-414A-998B-1BADD0D4B3DC}" type="presParOf" srcId="{222E7C46-62DD-43A9-8E01-AE2A3E236E7F}" destId="{01ABC580-523B-4A85-858B-09CA39B37F60}" srcOrd="2" destOrd="0" presId="urn:microsoft.com/office/officeart/2005/8/layout/orgChart1"/>
    <dgm:cxn modelId="{F6FBE6FB-1774-4DC6-B036-E64C866AAEDD}" type="presParOf" srcId="{495FAD0B-A98E-4B35-A118-C5729C08E4EA}" destId="{8AA71887-DBE6-4656-A411-90C08122187A}" srcOrd="6" destOrd="0" presId="urn:microsoft.com/office/officeart/2005/8/layout/orgChart1"/>
    <dgm:cxn modelId="{F0DDB19C-E0ED-44DE-8525-AE03212A6E0D}" type="presParOf" srcId="{495FAD0B-A98E-4B35-A118-C5729C08E4EA}" destId="{5987352F-EAC1-463C-A1D5-D23502549EFC}" srcOrd="7" destOrd="0" presId="urn:microsoft.com/office/officeart/2005/8/layout/orgChart1"/>
    <dgm:cxn modelId="{8D21B495-0508-406E-A036-3CC4CA6F3FA8}" type="presParOf" srcId="{5987352F-EAC1-463C-A1D5-D23502549EFC}" destId="{3EC61072-82FA-4352-A6D2-8D83BA72CD4E}" srcOrd="0" destOrd="0" presId="urn:microsoft.com/office/officeart/2005/8/layout/orgChart1"/>
    <dgm:cxn modelId="{A6CC8740-20F8-4485-B39C-F12F5A3CBD35}" type="presParOf" srcId="{3EC61072-82FA-4352-A6D2-8D83BA72CD4E}" destId="{1358306A-AA1B-43FD-A920-30BCDF6AD068}" srcOrd="0" destOrd="0" presId="urn:microsoft.com/office/officeart/2005/8/layout/orgChart1"/>
    <dgm:cxn modelId="{6B8B4D13-E78C-43CC-B9DD-857DE845CE50}" type="presParOf" srcId="{3EC61072-82FA-4352-A6D2-8D83BA72CD4E}" destId="{2E685BC0-0595-4A44-94A4-82B9B3B4D54D}" srcOrd="1" destOrd="0" presId="urn:microsoft.com/office/officeart/2005/8/layout/orgChart1"/>
    <dgm:cxn modelId="{40ADBF1A-F531-4D48-B87A-4BF8D8AD4D1C}" type="presParOf" srcId="{5987352F-EAC1-463C-A1D5-D23502549EFC}" destId="{F96F5351-EBA1-4304-99C1-CDCA2CB938B3}" srcOrd="1" destOrd="0" presId="urn:microsoft.com/office/officeart/2005/8/layout/orgChart1"/>
    <dgm:cxn modelId="{18D4D89D-D1F4-4B04-B5C8-923B476E4DA8}" type="presParOf" srcId="{5987352F-EAC1-463C-A1D5-D23502549EFC}" destId="{AF85977B-B648-42DE-B154-E6DF703C6391}" srcOrd="2" destOrd="0" presId="urn:microsoft.com/office/officeart/2005/8/layout/orgChart1"/>
    <dgm:cxn modelId="{77FEADF1-FD75-4E39-B23C-B908163D3398}" type="presParOf" srcId="{8118A0A8-38A6-403A-BCD6-8F02C93689DD}" destId="{3A32BBE9-FC7A-4F35-BB6E-5CF47BBA6420}" srcOrd="2" destOrd="0" presId="urn:microsoft.com/office/officeart/2005/8/layout/orgChart1"/>
    <dgm:cxn modelId="{64962D6C-397F-42F7-B492-F5C9FA9E7280}" type="presParOf" srcId="{EAE51CF5-02A5-4B75-A5F5-7F5AFEE97998}" destId="{FB6F9D56-4919-42B5-AF44-1C62EAA5EED7}" srcOrd="2" destOrd="0" presId="urn:microsoft.com/office/officeart/2005/8/layout/orgChart1"/>
    <dgm:cxn modelId="{938E6614-5223-4742-BE22-4F1E18F45A39}" type="presParOf" srcId="{EAE51CF5-02A5-4B75-A5F5-7F5AFEE97998}" destId="{44E9A8ED-C0E4-4813-A3C0-4641F80FF4B7}" srcOrd="3" destOrd="0" presId="urn:microsoft.com/office/officeart/2005/8/layout/orgChart1"/>
    <dgm:cxn modelId="{E34ABC3D-FD13-4B95-8DFF-9FB2926F801D}" type="presParOf" srcId="{44E9A8ED-C0E4-4813-A3C0-4641F80FF4B7}" destId="{16BA614B-0E75-4935-8742-C835C0223857}" srcOrd="0" destOrd="0" presId="urn:microsoft.com/office/officeart/2005/8/layout/orgChart1"/>
    <dgm:cxn modelId="{CC9E3D33-68E0-4132-B192-770A88B23440}" type="presParOf" srcId="{16BA614B-0E75-4935-8742-C835C0223857}" destId="{C7C8D0FB-BD24-4E37-9E89-3B60260D5F29}" srcOrd="0" destOrd="0" presId="urn:microsoft.com/office/officeart/2005/8/layout/orgChart1"/>
    <dgm:cxn modelId="{7ACAC3A3-420A-4388-BF0E-0256781D49EB}" type="presParOf" srcId="{16BA614B-0E75-4935-8742-C835C0223857}" destId="{F54D9504-DB4B-4941-9554-DF316A286CF1}" srcOrd="1" destOrd="0" presId="urn:microsoft.com/office/officeart/2005/8/layout/orgChart1"/>
    <dgm:cxn modelId="{241A7869-200E-454C-B63D-7ABDA99F1047}" type="presParOf" srcId="{44E9A8ED-C0E4-4813-A3C0-4641F80FF4B7}" destId="{F9A40970-2234-41FB-A2B3-BF9EFE1D96A4}" srcOrd="1" destOrd="0" presId="urn:microsoft.com/office/officeart/2005/8/layout/orgChart1"/>
    <dgm:cxn modelId="{58D96678-ADB4-4DAA-B649-D606D531B888}" type="presParOf" srcId="{F9A40970-2234-41FB-A2B3-BF9EFE1D96A4}" destId="{50036CB3-3CBB-4906-A407-4185764C2030}" srcOrd="0" destOrd="0" presId="urn:microsoft.com/office/officeart/2005/8/layout/orgChart1"/>
    <dgm:cxn modelId="{436C32B3-6236-454B-97A2-4316BD05CF0C}" type="presParOf" srcId="{F9A40970-2234-41FB-A2B3-BF9EFE1D96A4}" destId="{F8741EB5-2BC2-4F0F-BFB0-069B024783DF}" srcOrd="1" destOrd="0" presId="urn:microsoft.com/office/officeart/2005/8/layout/orgChart1"/>
    <dgm:cxn modelId="{7014DA9F-6565-420D-A653-759106D29B93}" type="presParOf" srcId="{F8741EB5-2BC2-4F0F-BFB0-069B024783DF}" destId="{11D5797C-6BEB-4EF2-A84C-3332E18BC031}" srcOrd="0" destOrd="0" presId="urn:microsoft.com/office/officeart/2005/8/layout/orgChart1"/>
    <dgm:cxn modelId="{544054EA-A669-447A-B220-0C6DADB1DE9C}" type="presParOf" srcId="{11D5797C-6BEB-4EF2-A84C-3332E18BC031}" destId="{2E34C585-B28B-44FB-9771-222BD9EAE917}" srcOrd="0" destOrd="0" presId="urn:microsoft.com/office/officeart/2005/8/layout/orgChart1"/>
    <dgm:cxn modelId="{5AEEDA15-CA83-4A11-9E4E-5772F238D299}" type="presParOf" srcId="{11D5797C-6BEB-4EF2-A84C-3332E18BC031}" destId="{FB2622E5-CB59-4C94-9753-D68EC4C5C305}" srcOrd="1" destOrd="0" presId="urn:microsoft.com/office/officeart/2005/8/layout/orgChart1"/>
    <dgm:cxn modelId="{3BB00E3C-0949-441E-8553-4CBCB5E3A246}" type="presParOf" srcId="{F8741EB5-2BC2-4F0F-BFB0-069B024783DF}" destId="{8E4D09D8-5ACC-4FC6-9EB3-14BD2EAD5907}" srcOrd="1" destOrd="0" presId="urn:microsoft.com/office/officeart/2005/8/layout/orgChart1"/>
    <dgm:cxn modelId="{91276F8D-9EA2-4F22-879B-D455B4F20613}" type="presParOf" srcId="{F8741EB5-2BC2-4F0F-BFB0-069B024783DF}" destId="{26C39DA4-9466-423F-80D8-41B0E814E9F8}" srcOrd="2" destOrd="0" presId="urn:microsoft.com/office/officeart/2005/8/layout/orgChart1"/>
    <dgm:cxn modelId="{F30E1C6E-D838-4C7F-8CDC-AA09C9B864B2}" type="presParOf" srcId="{F9A40970-2234-41FB-A2B3-BF9EFE1D96A4}" destId="{26439174-F942-4587-AC57-6F5397237B86}" srcOrd="2" destOrd="0" presId="urn:microsoft.com/office/officeart/2005/8/layout/orgChart1"/>
    <dgm:cxn modelId="{C1FBF54B-B016-4BE8-A01A-77F5C1297E6E}" type="presParOf" srcId="{F9A40970-2234-41FB-A2B3-BF9EFE1D96A4}" destId="{D992D3C8-49D4-4F1A-85F5-7938B51E12C8}" srcOrd="3" destOrd="0" presId="urn:microsoft.com/office/officeart/2005/8/layout/orgChart1"/>
    <dgm:cxn modelId="{3DB2837B-772B-45B2-B57B-EAE9E6F41AC8}" type="presParOf" srcId="{D992D3C8-49D4-4F1A-85F5-7938B51E12C8}" destId="{3B1ECE7D-7C4D-48CF-804D-CA2B4542DC28}" srcOrd="0" destOrd="0" presId="urn:microsoft.com/office/officeart/2005/8/layout/orgChart1"/>
    <dgm:cxn modelId="{47C53556-24A5-40F2-ADC1-358C9B0A0585}" type="presParOf" srcId="{3B1ECE7D-7C4D-48CF-804D-CA2B4542DC28}" destId="{F07E6546-B294-4300-BA8D-68BA96886759}" srcOrd="0" destOrd="0" presId="urn:microsoft.com/office/officeart/2005/8/layout/orgChart1"/>
    <dgm:cxn modelId="{0E34F2DB-932F-403E-BFF7-FED1C838FC8B}" type="presParOf" srcId="{3B1ECE7D-7C4D-48CF-804D-CA2B4542DC28}" destId="{AF0321E1-30CA-4B7E-A2BE-E1F8B9DFEB80}" srcOrd="1" destOrd="0" presId="urn:microsoft.com/office/officeart/2005/8/layout/orgChart1"/>
    <dgm:cxn modelId="{74D1806B-0239-4CC5-9CE0-9A2940BE03DA}" type="presParOf" srcId="{D992D3C8-49D4-4F1A-85F5-7938B51E12C8}" destId="{9026AFF2-5328-43A5-B671-EEF9E874AC60}" srcOrd="1" destOrd="0" presId="urn:microsoft.com/office/officeart/2005/8/layout/orgChart1"/>
    <dgm:cxn modelId="{82334322-28FC-431B-94C8-0D0A5B44B5FE}" type="presParOf" srcId="{D992D3C8-49D4-4F1A-85F5-7938B51E12C8}" destId="{A4DECD59-BE18-44D3-82A7-933A55C3D574}" srcOrd="2" destOrd="0" presId="urn:microsoft.com/office/officeart/2005/8/layout/orgChart1"/>
    <dgm:cxn modelId="{867C6667-98C7-4681-869A-00764A15C3E6}" type="presParOf" srcId="{F9A40970-2234-41FB-A2B3-BF9EFE1D96A4}" destId="{3E014B47-1F77-4E3F-87D5-DF54BFE17AAC}" srcOrd="4" destOrd="0" presId="urn:microsoft.com/office/officeart/2005/8/layout/orgChart1"/>
    <dgm:cxn modelId="{C71B7487-47B4-4CC8-8BA1-057F4D1BA520}" type="presParOf" srcId="{F9A40970-2234-41FB-A2B3-BF9EFE1D96A4}" destId="{B1DC838C-6024-46F7-ABCB-901377A57D4C}" srcOrd="5" destOrd="0" presId="urn:microsoft.com/office/officeart/2005/8/layout/orgChart1"/>
    <dgm:cxn modelId="{84B4B966-F543-4BED-9372-29F9C98CB550}" type="presParOf" srcId="{B1DC838C-6024-46F7-ABCB-901377A57D4C}" destId="{D0387421-17B2-4C70-8165-A72737CA1FF0}" srcOrd="0" destOrd="0" presId="urn:microsoft.com/office/officeart/2005/8/layout/orgChart1"/>
    <dgm:cxn modelId="{461FD411-CBF9-4DAC-A7E4-1956F8630300}" type="presParOf" srcId="{D0387421-17B2-4C70-8165-A72737CA1FF0}" destId="{A2EF7C9D-2A81-4A33-8C3F-C1ECC80FDAAE}" srcOrd="0" destOrd="0" presId="urn:microsoft.com/office/officeart/2005/8/layout/orgChart1"/>
    <dgm:cxn modelId="{ACA33264-9965-4BFA-B1E3-A6FC15FB8587}" type="presParOf" srcId="{D0387421-17B2-4C70-8165-A72737CA1FF0}" destId="{37ED7280-1024-4BD0-9379-8E089EC8F997}" srcOrd="1" destOrd="0" presId="urn:microsoft.com/office/officeart/2005/8/layout/orgChart1"/>
    <dgm:cxn modelId="{65D5C9A1-8938-4A6F-AD3F-4FF2DF4999B4}" type="presParOf" srcId="{B1DC838C-6024-46F7-ABCB-901377A57D4C}" destId="{7E3ADD44-5AB8-4FE2-912D-E52E159E2551}" srcOrd="1" destOrd="0" presId="urn:microsoft.com/office/officeart/2005/8/layout/orgChart1"/>
    <dgm:cxn modelId="{65B73CB1-3FBE-4042-BB6D-8AEAE7129615}" type="presParOf" srcId="{B1DC838C-6024-46F7-ABCB-901377A57D4C}" destId="{F12DB1A9-F81D-41CE-B8B2-0E42FEB1928A}" srcOrd="2" destOrd="0" presId="urn:microsoft.com/office/officeart/2005/8/layout/orgChart1"/>
    <dgm:cxn modelId="{05E5BD85-ACA1-48AD-A365-064F96488763}" type="presParOf" srcId="{F9A40970-2234-41FB-A2B3-BF9EFE1D96A4}" destId="{FE3003D5-C216-4F2F-8559-D3435D34C3BA}" srcOrd="6" destOrd="0" presId="urn:microsoft.com/office/officeart/2005/8/layout/orgChart1"/>
    <dgm:cxn modelId="{102F892C-E3C9-47BF-8F91-129E1A70D2DB}" type="presParOf" srcId="{F9A40970-2234-41FB-A2B3-BF9EFE1D96A4}" destId="{13108598-9F35-41E4-B348-BBFB68C6795E}" srcOrd="7" destOrd="0" presId="urn:microsoft.com/office/officeart/2005/8/layout/orgChart1"/>
    <dgm:cxn modelId="{74C08B02-3705-474F-B7EE-22C22B43BC97}" type="presParOf" srcId="{13108598-9F35-41E4-B348-BBFB68C6795E}" destId="{CA2640E9-9839-4675-A4AC-57593EA83CCE}" srcOrd="0" destOrd="0" presId="urn:microsoft.com/office/officeart/2005/8/layout/orgChart1"/>
    <dgm:cxn modelId="{1367BA47-6D70-498C-93A8-6A3347100508}" type="presParOf" srcId="{CA2640E9-9839-4675-A4AC-57593EA83CCE}" destId="{0A577A01-7A93-4FB6-B517-47B4DDC7C34F}" srcOrd="0" destOrd="0" presId="urn:microsoft.com/office/officeart/2005/8/layout/orgChart1"/>
    <dgm:cxn modelId="{12FEDD51-90EB-4215-B6DB-B540914F94DA}" type="presParOf" srcId="{CA2640E9-9839-4675-A4AC-57593EA83CCE}" destId="{3D5B24BB-BB8D-43CC-97C7-28A60DC76C6F}" srcOrd="1" destOrd="0" presId="urn:microsoft.com/office/officeart/2005/8/layout/orgChart1"/>
    <dgm:cxn modelId="{9B4EF0CA-1F18-4529-911E-9B42CA28F940}" type="presParOf" srcId="{13108598-9F35-41E4-B348-BBFB68C6795E}" destId="{16D55151-AA5A-4328-8C2B-854E24DE6580}" srcOrd="1" destOrd="0" presId="urn:microsoft.com/office/officeart/2005/8/layout/orgChart1"/>
    <dgm:cxn modelId="{AD7C413F-E3A2-4512-A3DA-23A287519600}" type="presParOf" srcId="{16D55151-AA5A-4328-8C2B-854E24DE6580}" destId="{65CBC2FE-C082-4C29-BFF5-8EC08BA5A03B}" srcOrd="0" destOrd="0" presId="urn:microsoft.com/office/officeart/2005/8/layout/orgChart1"/>
    <dgm:cxn modelId="{8950F81B-A693-4F93-B9AA-73D9EA796199}" type="presParOf" srcId="{16D55151-AA5A-4328-8C2B-854E24DE6580}" destId="{FC82A179-D81F-46C8-81D1-FBD36AE9CB40}" srcOrd="1" destOrd="0" presId="urn:microsoft.com/office/officeart/2005/8/layout/orgChart1"/>
    <dgm:cxn modelId="{56C4B61B-5DB0-42C1-968E-2F345E9851A3}" type="presParOf" srcId="{FC82A179-D81F-46C8-81D1-FBD36AE9CB40}" destId="{2A74729D-445E-423F-991C-718A2390D660}" srcOrd="0" destOrd="0" presId="urn:microsoft.com/office/officeart/2005/8/layout/orgChart1"/>
    <dgm:cxn modelId="{3DFBB3B0-6A35-4D5F-8ADC-3D89A37E5D99}" type="presParOf" srcId="{2A74729D-445E-423F-991C-718A2390D660}" destId="{3D0A18A6-D5B2-4811-B4B1-B0ED34E25649}" srcOrd="0" destOrd="0" presId="urn:microsoft.com/office/officeart/2005/8/layout/orgChart1"/>
    <dgm:cxn modelId="{8B4E0EEA-E105-4FB1-A17F-23037E8FAFB2}" type="presParOf" srcId="{2A74729D-445E-423F-991C-718A2390D660}" destId="{CE975B81-AAEB-48B7-A4E8-C33D74922492}" srcOrd="1" destOrd="0" presId="urn:microsoft.com/office/officeart/2005/8/layout/orgChart1"/>
    <dgm:cxn modelId="{9FB21AAF-36CC-45F4-B9EB-EFB4D961AFEA}" type="presParOf" srcId="{FC82A179-D81F-46C8-81D1-FBD36AE9CB40}" destId="{BE55E7B2-614F-4723-B89B-E89D97A5553C}" srcOrd="1" destOrd="0" presId="urn:microsoft.com/office/officeart/2005/8/layout/orgChart1"/>
    <dgm:cxn modelId="{3F332BD0-5106-4EB9-9A4B-75C1479789A2}" type="presParOf" srcId="{FC82A179-D81F-46C8-81D1-FBD36AE9CB40}" destId="{9CEA493A-A3EB-441E-860B-0F9A1B5B7E7F}" srcOrd="2" destOrd="0" presId="urn:microsoft.com/office/officeart/2005/8/layout/orgChart1"/>
    <dgm:cxn modelId="{7D31C248-71E3-4313-91DC-5984038231F4}" type="presParOf" srcId="{16D55151-AA5A-4328-8C2B-854E24DE6580}" destId="{5BF6A5B3-C45B-4635-962C-271B532698A5}" srcOrd="2" destOrd="0" presId="urn:microsoft.com/office/officeart/2005/8/layout/orgChart1"/>
    <dgm:cxn modelId="{13C1F51A-7173-48FE-8BA6-9B9A867AEF66}" type="presParOf" srcId="{16D55151-AA5A-4328-8C2B-854E24DE6580}" destId="{98C47B5C-2E96-4107-83D0-AE6EF444F645}" srcOrd="3" destOrd="0" presId="urn:microsoft.com/office/officeart/2005/8/layout/orgChart1"/>
    <dgm:cxn modelId="{6AD8B9E8-08EC-4C2B-8515-FB3EFF282965}" type="presParOf" srcId="{98C47B5C-2E96-4107-83D0-AE6EF444F645}" destId="{17FB2EAA-99C1-4DDF-87E4-C4FB92B8FAF0}" srcOrd="0" destOrd="0" presId="urn:microsoft.com/office/officeart/2005/8/layout/orgChart1"/>
    <dgm:cxn modelId="{30959121-0231-452C-946A-3C005C26DC5C}" type="presParOf" srcId="{17FB2EAA-99C1-4DDF-87E4-C4FB92B8FAF0}" destId="{2B8D8AD2-6EDB-4BCA-9E2F-41D2C0713AE1}" srcOrd="0" destOrd="0" presId="urn:microsoft.com/office/officeart/2005/8/layout/orgChart1"/>
    <dgm:cxn modelId="{EC3A0A5A-A60E-48F2-ABBC-FA766BAEA00F}" type="presParOf" srcId="{17FB2EAA-99C1-4DDF-87E4-C4FB92B8FAF0}" destId="{BE3055B2-651B-4DE6-9AA4-EC5FD763FA8A}" srcOrd="1" destOrd="0" presId="urn:microsoft.com/office/officeart/2005/8/layout/orgChart1"/>
    <dgm:cxn modelId="{27CA39D2-7294-43FB-B3F0-56180DC39922}" type="presParOf" srcId="{98C47B5C-2E96-4107-83D0-AE6EF444F645}" destId="{E2EF178A-635C-4FF6-B496-E59FCBEE7897}" srcOrd="1" destOrd="0" presId="urn:microsoft.com/office/officeart/2005/8/layout/orgChart1"/>
    <dgm:cxn modelId="{DD86CF8C-56DE-41B2-B3AF-CDFDC1E6F834}" type="presParOf" srcId="{98C47B5C-2E96-4107-83D0-AE6EF444F645}" destId="{9E1C4B67-F0C7-4E3C-9114-2C0932F2B708}" srcOrd="2" destOrd="0" presId="urn:microsoft.com/office/officeart/2005/8/layout/orgChart1"/>
    <dgm:cxn modelId="{2ACC0690-73DA-4AA4-B191-266FAA82088A}" type="presParOf" srcId="{16D55151-AA5A-4328-8C2B-854E24DE6580}" destId="{96E5951F-6C38-4306-9253-EFBDA07179E8}" srcOrd="4" destOrd="0" presId="urn:microsoft.com/office/officeart/2005/8/layout/orgChart1"/>
    <dgm:cxn modelId="{C731AF09-6065-409D-9048-2042B46820CA}" type="presParOf" srcId="{16D55151-AA5A-4328-8C2B-854E24DE6580}" destId="{987B717F-40A6-4D4E-911A-CCD910B6CC2D}" srcOrd="5" destOrd="0" presId="urn:microsoft.com/office/officeart/2005/8/layout/orgChart1"/>
    <dgm:cxn modelId="{CAB56D43-21D1-4EC5-AC4F-5442C98558AC}" type="presParOf" srcId="{987B717F-40A6-4D4E-911A-CCD910B6CC2D}" destId="{EC1D5B32-5D39-4840-9162-21945ABC8ED3}" srcOrd="0" destOrd="0" presId="urn:microsoft.com/office/officeart/2005/8/layout/orgChart1"/>
    <dgm:cxn modelId="{DB5905A0-A205-4548-93A2-AC190C8ED2D7}" type="presParOf" srcId="{EC1D5B32-5D39-4840-9162-21945ABC8ED3}" destId="{63EA8934-7361-4197-A1E5-43FD971BD67A}" srcOrd="0" destOrd="0" presId="urn:microsoft.com/office/officeart/2005/8/layout/orgChart1"/>
    <dgm:cxn modelId="{C0500F45-2F56-484D-B43B-BC06D1154493}" type="presParOf" srcId="{EC1D5B32-5D39-4840-9162-21945ABC8ED3}" destId="{F1960061-8FF4-4162-A01C-0F9968304A24}" srcOrd="1" destOrd="0" presId="urn:microsoft.com/office/officeart/2005/8/layout/orgChart1"/>
    <dgm:cxn modelId="{7B68A858-35B9-40BD-915E-3B58838DFE88}" type="presParOf" srcId="{987B717F-40A6-4D4E-911A-CCD910B6CC2D}" destId="{2673A92B-D540-4F36-9661-450500B3F163}" srcOrd="1" destOrd="0" presId="urn:microsoft.com/office/officeart/2005/8/layout/orgChart1"/>
    <dgm:cxn modelId="{51F65FDC-704F-4546-8EF4-14699A464BDF}" type="presParOf" srcId="{987B717F-40A6-4D4E-911A-CCD910B6CC2D}" destId="{7036C69E-E62B-49A9-8BA3-2A20CB20B0A7}" srcOrd="2" destOrd="0" presId="urn:microsoft.com/office/officeart/2005/8/layout/orgChart1"/>
    <dgm:cxn modelId="{3CB3238C-F044-43FD-A9DB-5BAF25FD92C2}" type="presParOf" srcId="{13108598-9F35-41E4-B348-BBFB68C6795E}" destId="{921A3661-5DB5-45CC-ADF3-AEA4D0E77C08}" srcOrd="2" destOrd="0" presId="urn:microsoft.com/office/officeart/2005/8/layout/orgChart1"/>
    <dgm:cxn modelId="{570F0BE7-23D4-435B-A70A-2457637333F7}" type="presParOf" srcId="{44E9A8ED-C0E4-4813-A3C0-4641F80FF4B7}" destId="{B3C2BBAA-2F11-430E-B7F6-A2B7D772FEDD}" srcOrd="2" destOrd="0" presId="urn:microsoft.com/office/officeart/2005/8/layout/orgChart1"/>
    <dgm:cxn modelId="{2CBDCE87-2ED0-420F-BC60-2A4252137A24}" type="presParOf" srcId="{EAE51CF5-02A5-4B75-A5F5-7F5AFEE97998}" destId="{2D074E90-AB88-448C-B508-7D749760410B}" srcOrd="4" destOrd="0" presId="urn:microsoft.com/office/officeart/2005/8/layout/orgChart1"/>
    <dgm:cxn modelId="{D6F155D2-9C62-433F-B7F3-1EF67316CDC9}" type="presParOf" srcId="{EAE51CF5-02A5-4B75-A5F5-7F5AFEE97998}" destId="{141CA878-67F6-4F2D-83DE-C644ED4FEF40}" srcOrd="5" destOrd="0" presId="urn:microsoft.com/office/officeart/2005/8/layout/orgChart1"/>
    <dgm:cxn modelId="{A52D97E5-A1CF-47DE-A2F9-62C5CFF297E2}" type="presParOf" srcId="{141CA878-67F6-4F2D-83DE-C644ED4FEF40}" destId="{A293609B-C53F-451F-9EBB-F1C361BE547A}" srcOrd="0" destOrd="0" presId="urn:microsoft.com/office/officeart/2005/8/layout/orgChart1"/>
    <dgm:cxn modelId="{0D8FA173-B715-4182-805A-E8B7B0381DA7}" type="presParOf" srcId="{A293609B-C53F-451F-9EBB-F1C361BE547A}" destId="{157F4EAD-79E5-4C6B-83D5-1F9C0FC645BA}" srcOrd="0" destOrd="0" presId="urn:microsoft.com/office/officeart/2005/8/layout/orgChart1"/>
    <dgm:cxn modelId="{954D0547-989B-4E58-AF1D-4EEC049B1A85}" type="presParOf" srcId="{A293609B-C53F-451F-9EBB-F1C361BE547A}" destId="{0C589D3A-5121-422A-825E-BE1EC59E50DC}" srcOrd="1" destOrd="0" presId="urn:microsoft.com/office/officeart/2005/8/layout/orgChart1"/>
    <dgm:cxn modelId="{89F2CD79-6357-4559-BD3B-090E99EECAF5}" type="presParOf" srcId="{141CA878-67F6-4F2D-83DE-C644ED4FEF40}" destId="{967A5B1F-900E-45AE-B2C7-AB09E27967EA}" srcOrd="1" destOrd="0" presId="urn:microsoft.com/office/officeart/2005/8/layout/orgChart1"/>
    <dgm:cxn modelId="{A92CF8DB-541F-48A8-BCFD-84503AAC755B}" type="presParOf" srcId="{967A5B1F-900E-45AE-B2C7-AB09E27967EA}" destId="{A04467BA-750A-4D1B-BD43-7D5D8510EEA5}" srcOrd="0" destOrd="0" presId="urn:microsoft.com/office/officeart/2005/8/layout/orgChart1"/>
    <dgm:cxn modelId="{821B9009-C1C3-49C8-804A-1A365E440E0B}" type="presParOf" srcId="{967A5B1F-900E-45AE-B2C7-AB09E27967EA}" destId="{4AB914F0-9B96-4FF1-8917-C53EBD58E689}" srcOrd="1" destOrd="0" presId="urn:microsoft.com/office/officeart/2005/8/layout/orgChart1"/>
    <dgm:cxn modelId="{7B4BC3CD-23B6-4539-B340-15D3A0AB92AC}" type="presParOf" srcId="{4AB914F0-9B96-4FF1-8917-C53EBD58E689}" destId="{0238A4ED-C347-4AA8-8B92-54BD486E5096}" srcOrd="0" destOrd="0" presId="urn:microsoft.com/office/officeart/2005/8/layout/orgChart1"/>
    <dgm:cxn modelId="{C6E838D9-4D68-4033-9783-2C6EC6256AA4}" type="presParOf" srcId="{0238A4ED-C347-4AA8-8B92-54BD486E5096}" destId="{A89A66CE-9502-4D9F-BDEA-69BFCFE241AC}" srcOrd="0" destOrd="0" presId="urn:microsoft.com/office/officeart/2005/8/layout/orgChart1"/>
    <dgm:cxn modelId="{07BD67EF-3C3C-42DF-92B8-A01230824363}" type="presParOf" srcId="{0238A4ED-C347-4AA8-8B92-54BD486E5096}" destId="{DF9C5E0B-4D37-40BF-9ACB-0BF1DDEE55A7}" srcOrd="1" destOrd="0" presId="urn:microsoft.com/office/officeart/2005/8/layout/orgChart1"/>
    <dgm:cxn modelId="{C196722E-12A5-447B-95C2-246B589C31A5}" type="presParOf" srcId="{4AB914F0-9B96-4FF1-8917-C53EBD58E689}" destId="{EA516021-B816-4236-8341-E97F0CBDA850}" srcOrd="1" destOrd="0" presId="urn:microsoft.com/office/officeart/2005/8/layout/orgChart1"/>
    <dgm:cxn modelId="{742FD7B1-E134-4FE2-873D-EAC3D3CE2CF2}" type="presParOf" srcId="{4AB914F0-9B96-4FF1-8917-C53EBD58E689}" destId="{56FC7589-802E-47BD-B3A0-61D05F6F18D5}" srcOrd="2" destOrd="0" presId="urn:microsoft.com/office/officeart/2005/8/layout/orgChart1"/>
    <dgm:cxn modelId="{06A5AC7A-5F01-4FFE-98AE-EE6995F5DF1D}" type="presParOf" srcId="{967A5B1F-900E-45AE-B2C7-AB09E27967EA}" destId="{97222117-C368-4B40-8417-D580CA4AA501}" srcOrd="2" destOrd="0" presId="urn:microsoft.com/office/officeart/2005/8/layout/orgChart1"/>
    <dgm:cxn modelId="{9236CE7A-B849-4029-A61B-3098E2842227}" type="presParOf" srcId="{967A5B1F-900E-45AE-B2C7-AB09E27967EA}" destId="{04DC5314-2EAC-405A-90C5-D84DA8CEA11B}" srcOrd="3" destOrd="0" presId="urn:microsoft.com/office/officeart/2005/8/layout/orgChart1"/>
    <dgm:cxn modelId="{3E8A315F-D1F0-4BA0-90D5-08E633C4D5A5}" type="presParOf" srcId="{04DC5314-2EAC-405A-90C5-D84DA8CEA11B}" destId="{73613F90-2A36-4B9B-9E9D-17CAD0E710EA}" srcOrd="0" destOrd="0" presId="urn:microsoft.com/office/officeart/2005/8/layout/orgChart1"/>
    <dgm:cxn modelId="{216ABBFC-FE0E-4E08-BB78-D9D5BFF60546}" type="presParOf" srcId="{73613F90-2A36-4B9B-9E9D-17CAD0E710EA}" destId="{F67661F5-6EFD-46AC-9E21-F1D3CEABB257}" srcOrd="0" destOrd="0" presId="urn:microsoft.com/office/officeart/2005/8/layout/orgChart1"/>
    <dgm:cxn modelId="{1B052C80-A8C5-48D2-952A-9715F754DC12}" type="presParOf" srcId="{73613F90-2A36-4B9B-9E9D-17CAD0E710EA}" destId="{EBA2CC82-6A66-4024-B5BA-2431E6FFDF04}" srcOrd="1" destOrd="0" presId="urn:microsoft.com/office/officeart/2005/8/layout/orgChart1"/>
    <dgm:cxn modelId="{CBD05EEE-2305-4452-B3B2-A02F8634C4DE}" type="presParOf" srcId="{04DC5314-2EAC-405A-90C5-D84DA8CEA11B}" destId="{31054140-9F54-4CD0-87D4-7645014C5BC9}" srcOrd="1" destOrd="0" presId="urn:microsoft.com/office/officeart/2005/8/layout/orgChart1"/>
    <dgm:cxn modelId="{108240A6-5DCD-4790-BD1A-90F749054A85}" type="presParOf" srcId="{31054140-9F54-4CD0-87D4-7645014C5BC9}" destId="{C20A3748-3AFE-413F-99D1-49EE0BAB365C}" srcOrd="0" destOrd="0" presId="urn:microsoft.com/office/officeart/2005/8/layout/orgChart1"/>
    <dgm:cxn modelId="{85AF0BFE-3A83-4E69-BD89-B5B8D347D5BF}" type="presParOf" srcId="{31054140-9F54-4CD0-87D4-7645014C5BC9}" destId="{C3C4C97B-1CBF-417C-B7D7-B53538E1B18D}" srcOrd="1" destOrd="0" presId="urn:microsoft.com/office/officeart/2005/8/layout/orgChart1"/>
    <dgm:cxn modelId="{174F9AB2-438A-41C0-A249-AD91178903AB}" type="presParOf" srcId="{C3C4C97B-1CBF-417C-B7D7-B53538E1B18D}" destId="{ACD006A8-0D63-49A4-8454-7C2BD1B80636}" srcOrd="0" destOrd="0" presId="urn:microsoft.com/office/officeart/2005/8/layout/orgChart1"/>
    <dgm:cxn modelId="{CB1558EA-167A-4077-9DA2-3ED2BFB96B5F}" type="presParOf" srcId="{ACD006A8-0D63-49A4-8454-7C2BD1B80636}" destId="{56AC6F3C-9E8B-464F-828D-D4B73895E23B}" srcOrd="0" destOrd="0" presId="urn:microsoft.com/office/officeart/2005/8/layout/orgChart1"/>
    <dgm:cxn modelId="{B89C9F8F-548A-4223-A002-C9EA8147BEDA}" type="presParOf" srcId="{ACD006A8-0D63-49A4-8454-7C2BD1B80636}" destId="{9F0F0188-FAB4-480D-91B7-8ED71D9AFA05}" srcOrd="1" destOrd="0" presId="urn:microsoft.com/office/officeart/2005/8/layout/orgChart1"/>
    <dgm:cxn modelId="{5D095710-EA5D-45DD-AE22-08E618687C0B}" type="presParOf" srcId="{C3C4C97B-1CBF-417C-B7D7-B53538E1B18D}" destId="{5A244DF2-528C-4D11-AFB1-20A7F2832465}" srcOrd="1" destOrd="0" presId="urn:microsoft.com/office/officeart/2005/8/layout/orgChart1"/>
    <dgm:cxn modelId="{C037A8D6-3453-4973-AA81-F7AEE38E655B}" type="presParOf" srcId="{C3C4C97B-1CBF-417C-B7D7-B53538E1B18D}" destId="{1DA29D05-9BEA-48D0-B678-F2DC2825B4DC}" srcOrd="2" destOrd="0" presId="urn:microsoft.com/office/officeart/2005/8/layout/orgChart1"/>
    <dgm:cxn modelId="{D0284E4B-9386-46ED-AD64-22E5973111F7}" type="presParOf" srcId="{31054140-9F54-4CD0-87D4-7645014C5BC9}" destId="{43DCD0D8-C92C-492F-81BB-D725996EFB6D}" srcOrd="2" destOrd="0" presId="urn:microsoft.com/office/officeart/2005/8/layout/orgChart1"/>
    <dgm:cxn modelId="{2AB62D94-419B-4B72-BD9B-D9E487C89570}" type="presParOf" srcId="{31054140-9F54-4CD0-87D4-7645014C5BC9}" destId="{DB6F779F-DD96-46A2-978F-7025DF694717}" srcOrd="3" destOrd="0" presId="urn:microsoft.com/office/officeart/2005/8/layout/orgChart1"/>
    <dgm:cxn modelId="{C8AD1588-54D2-4F8A-B2DE-158F56D2A100}" type="presParOf" srcId="{DB6F779F-DD96-46A2-978F-7025DF694717}" destId="{2CAC4C69-0524-41F0-A7AB-0A873E7A5FFE}" srcOrd="0" destOrd="0" presId="urn:microsoft.com/office/officeart/2005/8/layout/orgChart1"/>
    <dgm:cxn modelId="{D89C76EB-DDD2-4500-8E6B-3D68FEB5C5B2}" type="presParOf" srcId="{2CAC4C69-0524-41F0-A7AB-0A873E7A5FFE}" destId="{F77F24E4-746C-4DD2-B6F0-86A2C204AB6A}" srcOrd="0" destOrd="0" presId="urn:microsoft.com/office/officeart/2005/8/layout/orgChart1"/>
    <dgm:cxn modelId="{7D4FF5F1-B1CC-4C06-84B0-A7CA4368695C}" type="presParOf" srcId="{2CAC4C69-0524-41F0-A7AB-0A873E7A5FFE}" destId="{6995B0C3-63AE-4776-8F4A-6753F09E745D}" srcOrd="1" destOrd="0" presId="urn:microsoft.com/office/officeart/2005/8/layout/orgChart1"/>
    <dgm:cxn modelId="{DB9F649F-461F-4FEB-B0D1-AE16A8BAC990}" type="presParOf" srcId="{DB6F779F-DD96-46A2-978F-7025DF694717}" destId="{158745AA-0C04-4938-8800-E3E5421CB514}" srcOrd="1" destOrd="0" presId="urn:microsoft.com/office/officeart/2005/8/layout/orgChart1"/>
    <dgm:cxn modelId="{3EC42EDD-50DE-4EF6-BEB3-CC8CA7F6F300}" type="presParOf" srcId="{DB6F779F-DD96-46A2-978F-7025DF694717}" destId="{28AE8133-8098-4FC8-982E-2CFE31DD37F3}" srcOrd="2" destOrd="0" presId="urn:microsoft.com/office/officeart/2005/8/layout/orgChart1"/>
    <dgm:cxn modelId="{E52FFF19-8CCC-4AF7-AF8A-1029984BDD6B}" type="presParOf" srcId="{31054140-9F54-4CD0-87D4-7645014C5BC9}" destId="{65DC1AED-E3A1-48D8-B56F-F4BF7513CA8B}" srcOrd="4" destOrd="0" presId="urn:microsoft.com/office/officeart/2005/8/layout/orgChart1"/>
    <dgm:cxn modelId="{9F0EFA0A-4098-458B-AA87-175AFF366E27}" type="presParOf" srcId="{31054140-9F54-4CD0-87D4-7645014C5BC9}" destId="{F701A1B0-AC5C-4CC6-8F84-030B205234F3}" srcOrd="5" destOrd="0" presId="urn:microsoft.com/office/officeart/2005/8/layout/orgChart1"/>
    <dgm:cxn modelId="{11284BE1-FD6F-4F8F-A0B9-A4556B9BC09D}" type="presParOf" srcId="{F701A1B0-AC5C-4CC6-8F84-030B205234F3}" destId="{9C880B4F-0061-4BCB-8E90-AEDE09C5E1F2}" srcOrd="0" destOrd="0" presId="urn:microsoft.com/office/officeart/2005/8/layout/orgChart1"/>
    <dgm:cxn modelId="{1A196C7A-DE32-4A23-B32C-E49409DD761F}" type="presParOf" srcId="{9C880B4F-0061-4BCB-8E90-AEDE09C5E1F2}" destId="{A8240B4E-A431-4E56-B8E4-0447471380CC}" srcOrd="0" destOrd="0" presId="urn:microsoft.com/office/officeart/2005/8/layout/orgChart1"/>
    <dgm:cxn modelId="{3C759BAE-1B35-4094-ACE0-53696449EAC0}" type="presParOf" srcId="{9C880B4F-0061-4BCB-8E90-AEDE09C5E1F2}" destId="{5DD65F5B-7A71-4558-AEE7-9F65095FA9EF}" srcOrd="1" destOrd="0" presId="urn:microsoft.com/office/officeart/2005/8/layout/orgChart1"/>
    <dgm:cxn modelId="{BCDC5738-AF77-41C7-8D50-DAA7DD51B9C0}" type="presParOf" srcId="{F701A1B0-AC5C-4CC6-8F84-030B205234F3}" destId="{C730F337-AB72-4F46-B26F-EDEC91325002}" srcOrd="1" destOrd="0" presId="urn:microsoft.com/office/officeart/2005/8/layout/orgChart1"/>
    <dgm:cxn modelId="{BDB1B3EB-FCF9-4244-AAF7-EAA55135ADE7}" type="presParOf" srcId="{F701A1B0-AC5C-4CC6-8F84-030B205234F3}" destId="{BDA488CA-3510-4FD4-8EF7-73429C3D8359}" srcOrd="2" destOrd="0" presId="urn:microsoft.com/office/officeart/2005/8/layout/orgChart1"/>
    <dgm:cxn modelId="{45D3BD8C-7B90-4B69-B6F2-9ACC1AA0793E}" type="presParOf" srcId="{31054140-9F54-4CD0-87D4-7645014C5BC9}" destId="{36D7DD27-C337-40C7-BC4C-2169FF8E6208}" srcOrd="6" destOrd="0" presId="urn:microsoft.com/office/officeart/2005/8/layout/orgChart1"/>
    <dgm:cxn modelId="{FC2E2875-8AC0-477C-AD53-19A462255B3A}" type="presParOf" srcId="{31054140-9F54-4CD0-87D4-7645014C5BC9}" destId="{6BC6BB4B-B440-4078-858B-50EC453B3C98}" srcOrd="7" destOrd="0" presId="urn:microsoft.com/office/officeart/2005/8/layout/orgChart1"/>
    <dgm:cxn modelId="{8CAFCE05-E32A-4084-939D-60149D9ADD82}" type="presParOf" srcId="{6BC6BB4B-B440-4078-858B-50EC453B3C98}" destId="{8EBA0E00-0741-4919-B4BE-9E0AF7050E53}" srcOrd="0" destOrd="0" presId="urn:microsoft.com/office/officeart/2005/8/layout/orgChart1"/>
    <dgm:cxn modelId="{B32B2BBB-C7D6-429E-B1E5-7DE7B7122C6A}" type="presParOf" srcId="{8EBA0E00-0741-4919-B4BE-9E0AF7050E53}" destId="{C3AA428E-B676-4245-ADA0-7F33F3019190}" srcOrd="0" destOrd="0" presId="urn:microsoft.com/office/officeart/2005/8/layout/orgChart1"/>
    <dgm:cxn modelId="{89CDAE3A-8EEB-4A13-908B-49C7431AD36C}" type="presParOf" srcId="{8EBA0E00-0741-4919-B4BE-9E0AF7050E53}" destId="{08F0B6A5-89D3-4F9B-830A-D527E27B75ED}" srcOrd="1" destOrd="0" presId="urn:microsoft.com/office/officeart/2005/8/layout/orgChart1"/>
    <dgm:cxn modelId="{24D492F0-4DB2-40DC-96F3-D20F2CB38223}" type="presParOf" srcId="{6BC6BB4B-B440-4078-858B-50EC453B3C98}" destId="{598171B6-B35A-473B-A91F-20B8D27C349B}" srcOrd="1" destOrd="0" presId="urn:microsoft.com/office/officeart/2005/8/layout/orgChart1"/>
    <dgm:cxn modelId="{FD5D20AD-381F-435A-96BB-430E5C00F2E6}" type="presParOf" srcId="{6BC6BB4B-B440-4078-858B-50EC453B3C98}" destId="{6BEC1A77-1EE8-4545-B16F-B9D2090E9C95}" srcOrd="2" destOrd="0" presId="urn:microsoft.com/office/officeart/2005/8/layout/orgChart1"/>
    <dgm:cxn modelId="{3FF7F402-4528-4B2A-A26E-9A449CE66567}" type="presParOf" srcId="{31054140-9F54-4CD0-87D4-7645014C5BC9}" destId="{637C0189-1129-419E-BABE-9EE65CF6A763}" srcOrd="8" destOrd="0" presId="urn:microsoft.com/office/officeart/2005/8/layout/orgChart1"/>
    <dgm:cxn modelId="{1287C6EE-45E6-4F04-ABFE-639B60B19CFB}" type="presParOf" srcId="{31054140-9F54-4CD0-87D4-7645014C5BC9}" destId="{22BD2138-F774-4DCE-9E5E-A0F35D7FAC26}" srcOrd="9" destOrd="0" presId="urn:microsoft.com/office/officeart/2005/8/layout/orgChart1"/>
    <dgm:cxn modelId="{69147898-4EE3-4636-9C38-B88E8E532308}" type="presParOf" srcId="{22BD2138-F774-4DCE-9E5E-A0F35D7FAC26}" destId="{FB78C22A-0BA1-4260-97E6-AF551BBF9D46}" srcOrd="0" destOrd="0" presId="urn:microsoft.com/office/officeart/2005/8/layout/orgChart1"/>
    <dgm:cxn modelId="{A2A961EA-6EA2-4CC9-9E54-030809158297}" type="presParOf" srcId="{FB78C22A-0BA1-4260-97E6-AF551BBF9D46}" destId="{F48B73C8-B376-415E-80C2-2218B28789E2}" srcOrd="0" destOrd="0" presId="urn:microsoft.com/office/officeart/2005/8/layout/orgChart1"/>
    <dgm:cxn modelId="{C24AE5E2-0AE1-4CFD-A207-BA92A7EA72DC}" type="presParOf" srcId="{FB78C22A-0BA1-4260-97E6-AF551BBF9D46}" destId="{56A04BF4-687C-4B17-9F4F-88F699EE6677}" srcOrd="1" destOrd="0" presId="urn:microsoft.com/office/officeart/2005/8/layout/orgChart1"/>
    <dgm:cxn modelId="{40AF3B68-CDE7-437E-9693-928FB03C5784}" type="presParOf" srcId="{22BD2138-F774-4DCE-9E5E-A0F35D7FAC26}" destId="{E37CC4CF-A593-496C-9732-158425C3D715}" srcOrd="1" destOrd="0" presId="urn:microsoft.com/office/officeart/2005/8/layout/orgChart1"/>
    <dgm:cxn modelId="{05F08ABE-A77B-4C6A-BBC6-62D30A84FF3C}" type="presParOf" srcId="{22BD2138-F774-4DCE-9E5E-A0F35D7FAC26}" destId="{BB2FA2AD-1CD0-4833-9AC4-6FC0692C3DD3}" srcOrd="2" destOrd="0" presId="urn:microsoft.com/office/officeart/2005/8/layout/orgChart1"/>
    <dgm:cxn modelId="{B68EEE3E-D472-474C-82E0-CF1413F0B7AC}" type="presParOf" srcId="{31054140-9F54-4CD0-87D4-7645014C5BC9}" destId="{751A8547-B490-4FAA-B956-0B665E2FB08A}" srcOrd="10" destOrd="0" presId="urn:microsoft.com/office/officeart/2005/8/layout/orgChart1"/>
    <dgm:cxn modelId="{2AED80CD-D55B-4364-8DEF-2C0D8F5A52F8}" type="presParOf" srcId="{31054140-9F54-4CD0-87D4-7645014C5BC9}" destId="{FFFA6909-B517-4BEA-9D49-0E764275B75D}" srcOrd="11" destOrd="0" presId="urn:microsoft.com/office/officeart/2005/8/layout/orgChart1"/>
    <dgm:cxn modelId="{FCA8EA5A-36D8-4D7C-BD46-E017DED07BAE}" type="presParOf" srcId="{FFFA6909-B517-4BEA-9D49-0E764275B75D}" destId="{8CAFB343-C26F-4DCF-A458-0F4A7267167B}" srcOrd="0" destOrd="0" presId="urn:microsoft.com/office/officeart/2005/8/layout/orgChart1"/>
    <dgm:cxn modelId="{E31FDB99-222B-4739-8D8A-DB640E6EE8AA}" type="presParOf" srcId="{8CAFB343-C26F-4DCF-A458-0F4A7267167B}" destId="{A3217A5C-22AC-4475-9119-31D2501C8F14}" srcOrd="0" destOrd="0" presId="urn:microsoft.com/office/officeart/2005/8/layout/orgChart1"/>
    <dgm:cxn modelId="{996A24FF-8F9C-4F08-BB28-BFE06F012042}" type="presParOf" srcId="{8CAFB343-C26F-4DCF-A458-0F4A7267167B}" destId="{C714388F-DE34-488E-B5EB-57C442FFA88F}" srcOrd="1" destOrd="0" presId="urn:microsoft.com/office/officeart/2005/8/layout/orgChart1"/>
    <dgm:cxn modelId="{2CE51DDC-74D7-47AD-BF21-24B39B5EF7F0}" type="presParOf" srcId="{FFFA6909-B517-4BEA-9D49-0E764275B75D}" destId="{53B05472-BD26-4552-BDED-2E89ECFC5587}" srcOrd="1" destOrd="0" presId="urn:microsoft.com/office/officeart/2005/8/layout/orgChart1"/>
    <dgm:cxn modelId="{233EB5EE-08A2-41CB-9DAD-6C0AC53128E9}" type="presParOf" srcId="{FFFA6909-B517-4BEA-9D49-0E764275B75D}" destId="{31A346F2-98F8-4669-82F6-7D8BC8C0C4D7}" srcOrd="2" destOrd="0" presId="urn:microsoft.com/office/officeart/2005/8/layout/orgChart1"/>
    <dgm:cxn modelId="{952E82FE-C0DF-4747-8D47-FB43B7B6F2C0}" type="presParOf" srcId="{31054140-9F54-4CD0-87D4-7645014C5BC9}" destId="{7B254277-0F5A-4E1D-9328-547FCC03190B}" srcOrd="12" destOrd="0" presId="urn:microsoft.com/office/officeart/2005/8/layout/orgChart1"/>
    <dgm:cxn modelId="{2114D154-E9C1-4856-82C2-D0A2A7FFBDE5}" type="presParOf" srcId="{31054140-9F54-4CD0-87D4-7645014C5BC9}" destId="{95A7C87F-F657-4530-8671-A4F81CBD5FB0}" srcOrd="13" destOrd="0" presId="urn:microsoft.com/office/officeart/2005/8/layout/orgChart1"/>
    <dgm:cxn modelId="{FF8FC87D-74D0-4F72-BF62-DDD5FB28D09B}" type="presParOf" srcId="{95A7C87F-F657-4530-8671-A4F81CBD5FB0}" destId="{C86D256A-4D56-4ADA-ABD3-6BBC32C5987A}" srcOrd="0" destOrd="0" presId="urn:microsoft.com/office/officeart/2005/8/layout/orgChart1"/>
    <dgm:cxn modelId="{8DE7661E-DA4B-4DA1-9388-2356BAB979F7}" type="presParOf" srcId="{C86D256A-4D56-4ADA-ABD3-6BBC32C5987A}" destId="{B4694DA0-CA7B-477A-A37B-230B9FD4B578}" srcOrd="0" destOrd="0" presId="urn:microsoft.com/office/officeart/2005/8/layout/orgChart1"/>
    <dgm:cxn modelId="{42EA3674-46AF-45B1-B957-838A3DD22207}" type="presParOf" srcId="{C86D256A-4D56-4ADA-ABD3-6BBC32C5987A}" destId="{3CDAA18E-8299-4B30-9637-0FAF4DE2031F}" srcOrd="1" destOrd="0" presId="urn:microsoft.com/office/officeart/2005/8/layout/orgChart1"/>
    <dgm:cxn modelId="{57D530AD-D116-4BE3-BBE8-E2576594B4AB}" type="presParOf" srcId="{95A7C87F-F657-4530-8671-A4F81CBD5FB0}" destId="{F1577FA2-9B3E-418E-AE30-8F94731304B3}" srcOrd="1" destOrd="0" presId="urn:microsoft.com/office/officeart/2005/8/layout/orgChart1"/>
    <dgm:cxn modelId="{77E112B4-9191-4647-9ED2-F37CE19E2F57}" type="presParOf" srcId="{95A7C87F-F657-4530-8671-A4F81CBD5FB0}" destId="{A3CD0F13-BB80-4E47-BE0A-CBB93C24987D}" srcOrd="2" destOrd="0" presId="urn:microsoft.com/office/officeart/2005/8/layout/orgChart1"/>
    <dgm:cxn modelId="{7DF0ECAD-9C58-42F4-B316-B283596FF0C5}" type="presParOf" srcId="{04DC5314-2EAC-405A-90C5-D84DA8CEA11B}" destId="{38E26F9D-2459-4A21-8E4E-91788DAC185B}" srcOrd="2" destOrd="0" presId="urn:microsoft.com/office/officeart/2005/8/layout/orgChart1"/>
    <dgm:cxn modelId="{1CB3487F-EF4E-4481-9C0C-229EB56AF757}" type="presParOf" srcId="{141CA878-67F6-4F2D-83DE-C644ED4FEF40}" destId="{D78F0F7D-62CF-4E4D-97FD-19533E42AC1F}" srcOrd="2" destOrd="0" presId="urn:microsoft.com/office/officeart/2005/8/layout/orgChart1"/>
    <dgm:cxn modelId="{FC306E56-10B2-4F7D-8F28-1E30EAC7C02E}" type="presParOf" srcId="{E0F261A6-F3EB-42D0-84C5-5FD64945480C}" destId="{BCA5D47E-DFBF-4D6B-8321-4C0CA9509A68}" srcOrd="2" destOrd="0" presId="urn:microsoft.com/office/officeart/2005/8/layout/orgChart1"/>
    <dgm:cxn modelId="{5D1670B8-37F1-4B79-923B-B69F7C5E9541}" type="presParOf" srcId="{9CD950D9-3CB1-45D9-BA54-9513538ED3D5}" destId="{B0B79132-2C22-4286-8B48-BB45DF8399C9}" srcOrd="2" destOrd="0" presId="urn:microsoft.com/office/officeart/2005/8/layout/orgChart1"/>
    <dgm:cxn modelId="{3A037B69-683E-44A2-8B61-BC5A8465D190}" type="presParOf" srcId="{9CD950D9-3CB1-45D9-BA54-9513538ED3D5}" destId="{E92BD1C6-5669-48BB-8CBD-A3BFD4879E6A}" srcOrd="3" destOrd="0" presId="urn:microsoft.com/office/officeart/2005/8/layout/orgChart1"/>
    <dgm:cxn modelId="{FF95470B-4AB5-4DA1-8580-F627856BF29B}" type="presParOf" srcId="{E92BD1C6-5669-48BB-8CBD-A3BFD4879E6A}" destId="{9DB89CE2-721F-4681-BA1A-0D6C9C875F01}" srcOrd="0" destOrd="0" presId="urn:microsoft.com/office/officeart/2005/8/layout/orgChart1"/>
    <dgm:cxn modelId="{F3B9BFD3-4823-49EE-AEF1-E20F3F130778}" type="presParOf" srcId="{9DB89CE2-721F-4681-BA1A-0D6C9C875F01}" destId="{23D16FC4-C804-46DE-B72F-38C3C7C34659}" srcOrd="0" destOrd="0" presId="urn:microsoft.com/office/officeart/2005/8/layout/orgChart1"/>
    <dgm:cxn modelId="{953B78D8-F63D-423F-89BA-40F03B9B3FE6}" type="presParOf" srcId="{9DB89CE2-721F-4681-BA1A-0D6C9C875F01}" destId="{C595061E-CDEB-48A8-A74C-6930EF3FA54D}" srcOrd="1" destOrd="0" presId="urn:microsoft.com/office/officeart/2005/8/layout/orgChart1"/>
    <dgm:cxn modelId="{2A3CE17F-8085-4B73-BE3F-C7A206BD91B4}" type="presParOf" srcId="{E92BD1C6-5669-48BB-8CBD-A3BFD4879E6A}" destId="{12E27000-3BC1-464E-82D1-B54E2D19A6AD}" srcOrd="1" destOrd="0" presId="urn:microsoft.com/office/officeart/2005/8/layout/orgChart1"/>
    <dgm:cxn modelId="{31A6574F-A645-4C9E-8896-F796C6AA9EEC}" type="presParOf" srcId="{12E27000-3BC1-464E-82D1-B54E2D19A6AD}" destId="{805CFC25-7FE6-4D1C-9FB7-CF54320F79B8}" srcOrd="0" destOrd="0" presId="urn:microsoft.com/office/officeart/2005/8/layout/orgChart1"/>
    <dgm:cxn modelId="{58456608-443E-486C-A480-0E76AA743BB5}" type="presParOf" srcId="{12E27000-3BC1-464E-82D1-B54E2D19A6AD}" destId="{B66065BE-1840-4AB0-A1AE-D5BD364C23EB}" srcOrd="1" destOrd="0" presId="urn:microsoft.com/office/officeart/2005/8/layout/orgChart1"/>
    <dgm:cxn modelId="{11C4BA59-CAA4-47A0-A72E-89801DEC2C00}" type="presParOf" srcId="{B66065BE-1840-4AB0-A1AE-D5BD364C23EB}" destId="{C2B236B9-C0CA-4AD1-AB8C-8FDC3539E8C3}" srcOrd="0" destOrd="0" presId="urn:microsoft.com/office/officeart/2005/8/layout/orgChart1"/>
    <dgm:cxn modelId="{738BF14A-B753-4B05-B550-A2BFCD1C51E5}" type="presParOf" srcId="{C2B236B9-C0CA-4AD1-AB8C-8FDC3539E8C3}" destId="{FD0553E0-DF92-4948-BA75-A6DAB0D47E8E}" srcOrd="0" destOrd="0" presId="urn:microsoft.com/office/officeart/2005/8/layout/orgChart1"/>
    <dgm:cxn modelId="{57441419-ADAD-42A0-8B27-59DB7F518EE8}" type="presParOf" srcId="{C2B236B9-C0CA-4AD1-AB8C-8FDC3539E8C3}" destId="{7C9E3FE3-7356-4296-BB81-5D99B6C479EA}" srcOrd="1" destOrd="0" presId="urn:microsoft.com/office/officeart/2005/8/layout/orgChart1"/>
    <dgm:cxn modelId="{A2B69B5D-A15D-4E6E-B3F9-0B0F878885C6}" type="presParOf" srcId="{B66065BE-1840-4AB0-A1AE-D5BD364C23EB}" destId="{EF5B2CB5-94FE-44E8-953F-093031D5C81D}" srcOrd="1" destOrd="0" presId="urn:microsoft.com/office/officeart/2005/8/layout/orgChart1"/>
    <dgm:cxn modelId="{32AA363D-43FD-49BA-BCE5-09CBA46479D5}" type="presParOf" srcId="{B66065BE-1840-4AB0-A1AE-D5BD364C23EB}" destId="{0D6EA429-02C3-41B8-B5D4-3741D26DB907}" srcOrd="2" destOrd="0" presId="urn:microsoft.com/office/officeart/2005/8/layout/orgChart1"/>
    <dgm:cxn modelId="{D6E26E15-83E4-4592-818E-5DA8141E3DCF}" type="presParOf" srcId="{12E27000-3BC1-464E-82D1-B54E2D19A6AD}" destId="{221C5653-A063-4BA2-85F4-606EB57FE20B}" srcOrd="2" destOrd="0" presId="urn:microsoft.com/office/officeart/2005/8/layout/orgChart1"/>
    <dgm:cxn modelId="{DB2E7487-9E5F-435B-8A71-6F2B1A9059A0}" type="presParOf" srcId="{12E27000-3BC1-464E-82D1-B54E2D19A6AD}" destId="{8BEB54F0-3E91-421D-8976-A3B31A7EFE08}" srcOrd="3" destOrd="0" presId="urn:microsoft.com/office/officeart/2005/8/layout/orgChart1"/>
    <dgm:cxn modelId="{CEB62055-5B2E-43A7-AF1B-2FF7C3ED7AD8}" type="presParOf" srcId="{8BEB54F0-3E91-421D-8976-A3B31A7EFE08}" destId="{FA91B341-E258-401A-A9AD-E87C3735DCCB}" srcOrd="0" destOrd="0" presId="urn:microsoft.com/office/officeart/2005/8/layout/orgChart1"/>
    <dgm:cxn modelId="{062AD321-07DC-414F-8176-5FF41B411133}" type="presParOf" srcId="{FA91B341-E258-401A-A9AD-E87C3735DCCB}" destId="{66BA419E-0BE2-4D3F-9777-E0B7FBAEC5BD}" srcOrd="0" destOrd="0" presId="urn:microsoft.com/office/officeart/2005/8/layout/orgChart1"/>
    <dgm:cxn modelId="{2B75BEFC-FE18-44E0-99EF-EA76BA1A714C}" type="presParOf" srcId="{FA91B341-E258-401A-A9AD-E87C3735DCCB}" destId="{A2EF156C-E6A8-4B15-BC23-3288D42DF027}" srcOrd="1" destOrd="0" presId="urn:microsoft.com/office/officeart/2005/8/layout/orgChart1"/>
    <dgm:cxn modelId="{4FF39220-03A9-476E-BD01-261654BCE69F}" type="presParOf" srcId="{8BEB54F0-3E91-421D-8976-A3B31A7EFE08}" destId="{99F34DF7-0D6F-49B4-B59C-4BAF4C7FE47F}" srcOrd="1" destOrd="0" presId="urn:microsoft.com/office/officeart/2005/8/layout/orgChart1"/>
    <dgm:cxn modelId="{2FD4B92C-6EF4-4D1F-9F59-333CCEBD88F7}" type="presParOf" srcId="{99F34DF7-0D6F-49B4-B59C-4BAF4C7FE47F}" destId="{76ABC96B-BBEB-4BAA-8F11-248F695AC1AE}" srcOrd="0" destOrd="0" presId="urn:microsoft.com/office/officeart/2005/8/layout/orgChart1"/>
    <dgm:cxn modelId="{1C2B6EAD-EF56-4213-876C-228FEB123C70}" type="presParOf" srcId="{99F34DF7-0D6F-49B4-B59C-4BAF4C7FE47F}" destId="{3B8E42B2-0AA2-4CF1-8942-081B5D251F47}" srcOrd="1" destOrd="0" presId="urn:microsoft.com/office/officeart/2005/8/layout/orgChart1"/>
    <dgm:cxn modelId="{C4D69F18-34FE-49A8-89C5-70692726AD33}" type="presParOf" srcId="{3B8E42B2-0AA2-4CF1-8942-081B5D251F47}" destId="{ABA5EFA2-2E10-4C2D-A817-EFA113D0F52F}" srcOrd="0" destOrd="0" presId="urn:microsoft.com/office/officeart/2005/8/layout/orgChart1"/>
    <dgm:cxn modelId="{2F5F54DE-6E2D-43C7-A074-8AEE8451AAD2}" type="presParOf" srcId="{ABA5EFA2-2E10-4C2D-A817-EFA113D0F52F}" destId="{8F7386E6-174F-4F2D-B32C-6B352000558A}" srcOrd="0" destOrd="0" presId="urn:microsoft.com/office/officeart/2005/8/layout/orgChart1"/>
    <dgm:cxn modelId="{245E464D-3908-4082-84F5-730FEBD8FEE5}" type="presParOf" srcId="{ABA5EFA2-2E10-4C2D-A817-EFA113D0F52F}" destId="{0DCF7112-B119-42F6-9985-1A7C79573215}" srcOrd="1" destOrd="0" presId="urn:microsoft.com/office/officeart/2005/8/layout/orgChart1"/>
    <dgm:cxn modelId="{778A691D-9B2E-43F0-BC87-FF34C3CA0BD4}" type="presParOf" srcId="{3B8E42B2-0AA2-4CF1-8942-081B5D251F47}" destId="{A813BE6A-9A9E-4DC4-ABD4-6781A88A76C2}" srcOrd="1" destOrd="0" presId="urn:microsoft.com/office/officeart/2005/8/layout/orgChart1"/>
    <dgm:cxn modelId="{0E99E556-A8B9-483B-8361-C182764AF27D}" type="presParOf" srcId="{3B8E42B2-0AA2-4CF1-8942-081B5D251F47}" destId="{B37D249D-8C9B-4866-9662-865D8A998011}" srcOrd="2" destOrd="0" presId="urn:microsoft.com/office/officeart/2005/8/layout/orgChart1"/>
    <dgm:cxn modelId="{1918070F-3448-47E8-8F8B-2D41A2036EC3}" type="presParOf" srcId="{99F34DF7-0D6F-49B4-B59C-4BAF4C7FE47F}" destId="{5E09F119-E6B8-4A1D-BD1D-F86E03E46E1C}" srcOrd="2" destOrd="0" presId="urn:microsoft.com/office/officeart/2005/8/layout/orgChart1"/>
    <dgm:cxn modelId="{8D139449-4DD0-41D6-9716-F7B6F627C7AE}" type="presParOf" srcId="{99F34DF7-0D6F-49B4-B59C-4BAF4C7FE47F}" destId="{B5D451DF-B405-4122-9237-1FE9E3C38BD6}" srcOrd="3" destOrd="0" presId="urn:microsoft.com/office/officeart/2005/8/layout/orgChart1"/>
    <dgm:cxn modelId="{E6F027BE-849F-4D2C-A9A6-44C0CDE64B70}" type="presParOf" srcId="{B5D451DF-B405-4122-9237-1FE9E3C38BD6}" destId="{66EF9A3F-8097-4DE2-8313-B6216218A45B}" srcOrd="0" destOrd="0" presId="urn:microsoft.com/office/officeart/2005/8/layout/orgChart1"/>
    <dgm:cxn modelId="{68725C9D-DD40-45CA-8AB0-52C79266F1D1}" type="presParOf" srcId="{66EF9A3F-8097-4DE2-8313-B6216218A45B}" destId="{3E83E1ED-D233-4AE0-8F2A-53EB9321B46A}" srcOrd="0" destOrd="0" presId="urn:microsoft.com/office/officeart/2005/8/layout/orgChart1"/>
    <dgm:cxn modelId="{CE6665FC-FC71-4592-B039-4D08AA88E318}" type="presParOf" srcId="{66EF9A3F-8097-4DE2-8313-B6216218A45B}" destId="{C7B927E5-361C-4D4A-AF4F-67E586F36456}" srcOrd="1" destOrd="0" presId="urn:microsoft.com/office/officeart/2005/8/layout/orgChart1"/>
    <dgm:cxn modelId="{4B009CEE-41CB-449D-833B-91ED3DE01161}" type="presParOf" srcId="{B5D451DF-B405-4122-9237-1FE9E3C38BD6}" destId="{40CE3C44-8F80-4745-9090-6FF8A9020D20}" srcOrd="1" destOrd="0" presId="urn:microsoft.com/office/officeart/2005/8/layout/orgChart1"/>
    <dgm:cxn modelId="{355EEDAB-4FCC-4847-B366-E4C3C09136FF}" type="presParOf" srcId="{B5D451DF-B405-4122-9237-1FE9E3C38BD6}" destId="{2E7483AA-34A4-4058-AF26-E2042A634870}" srcOrd="2" destOrd="0" presId="urn:microsoft.com/office/officeart/2005/8/layout/orgChart1"/>
    <dgm:cxn modelId="{359EC744-E592-42BE-945F-F05E352D9F38}" type="presParOf" srcId="{8BEB54F0-3E91-421D-8976-A3B31A7EFE08}" destId="{03A791CB-0114-4C45-B567-A823A60811E1}" srcOrd="2" destOrd="0" presId="urn:microsoft.com/office/officeart/2005/8/layout/orgChart1"/>
    <dgm:cxn modelId="{A7BFCC3A-F3D4-4131-B289-1625BF78C164}" type="presParOf" srcId="{12E27000-3BC1-464E-82D1-B54E2D19A6AD}" destId="{9737DDC2-4E9C-4429-91F1-0756C891F8F1}" srcOrd="4" destOrd="0" presId="urn:microsoft.com/office/officeart/2005/8/layout/orgChart1"/>
    <dgm:cxn modelId="{C564F8CA-1518-4512-AFB1-9F46A8686A6F}" type="presParOf" srcId="{12E27000-3BC1-464E-82D1-B54E2D19A6AD}" destId="{96135004-B0E7-40C8-9B0D-BCEF323FC445}" srcOrd="5" destOrd="0" presId="urn:microsoft.com/office/officeart/2005/8/layout/orgChart1"/>
    <dgm:cxn modelId="{1649FE63-700F-47DE-9F73-FFD63BB6CD73}" type="presParOf" srcId="{96135004-B0E7-40C8-9B0D-BCEF323FC445}" destId="{84078134-D4D7-4643-81A0-C11962E3FAAE}" srcOrd="0" destOrd="0" presId="urn:microsoft.com/office/officeart/2005/8/layout/orgChart1"/>
    <dgm:cxn modelId="{11D2C989-A7F2-49DC-98E5-232303D1587C}" type="presParOf" srcId="{84078134-D4D7-4643-81A0-C11962E3FAAE}" destId="{9E835237-CD5F-4343-B5A1-F63CBD2A15D8}" srcOrd="0" destOrd="0" presId="urn:microsoft.com/office/officeart/2005/8/layout/orgChart1"/>
    <dgm:cxn modelId="{40E83090-507D-43D7-94A4-D8BC20265212}" type="presParOf" srcId="{84078134-D4D7-4643-81A0-C11962E3FAAE}" destId="{BD003287-DEDD-4D01-A2FC-DA0A70DB906A}" srcOrd="1" destOrd="0" presId="urn:microsoft.com/office/officeart/2005/8/layout/orgChart1"/>
    <dgm:cxn modelId="{5887B1F6-65F0-4A1A-B210-C4476F7A5336}" type="presParOf" srcId="{96135004-B0E7-40C8-9B0D-BCEF323FC445}" destId="{DFD5C96C-E0F6-4599-94B7-329A75080BE8}" srcOrd="1" destOrd="0" presId="urn:microsoft.com/office/officeart/2005/8/layout/orgChart1"/>
    <dgm:cxn modelId="{5BABCB43-147B-4C1D-BFF8-3ACA411C2567}" type="presParOf" srcId="{DFD5C96C-E0F6-4599-94B7-329A75080BE8}" destId="{0BBB1A2E-69EF-45EB-A671-543B1B04923F}" srcOrd="0" destOrd="0" presId="urn:microsoft.com/office/officeart/2005/8/layout/orgChart1"/>
    <dgm:cxn modelId="{4AA97921-15E2-4BE9-8426-BA48E4F994CB}" type="presParOf" srcId="{DFD5C96C-E0F6-4599-94B7-329A75080BE8}" destId="{3D23DFEB-7962-4627-A9FD-7A8D62317C09}" srcOrd="1" destOrd="0" presId="urn:microsoft.com/office/officeart/2005/8/layout/orgChart1"/>
    <dgm:cxn modelId="{A00E215A-6745-4892-A54D-A344ADC4D8B8}" type="presParOf" srcId="{3D23DFEB-7962-4627-A9FD-7A8D62317C09}" destId="{1580CCBA-0A8D-422D-9709-20AE838A87CC}" srcOrd="0" destOrd="0" presId="urn:microsoft.com/office/officeart/2005/8/layout/orgChart1"/>
    <dgm:cxn modelId="{1F77176C-8A4B-45E7-82EA-EFEC516367D6}" type="presParOf" srcId="{1580CCBA-0A8D-422D-9709-20AE838A87CC}" destId="{46B7D19D-498B-47C8-9A6A-268F3C1D14CA}" srcOrd="0" destOrd="0" presId="urn:microsoft.com/office/officeart/2005/8/layout/orgChart1"/>
    <dgm:cxn modelId="{887D296B-6929-4C3D-A823-F49A1B6BFF74}" type="presParOf" srcId="{1580CCBA-0A8D-422D-9709-20AE838A87CC}" destId="{9EC78C18-F1BC-42BD-87B4-4E42B799A416}" srcOrd="1" destOrd="0" presId="urn:microsoft.com/office/officeart/2005/8/layout/orgChart1"/>
    <dgm:cxn modelId="{3E2AF877-B1B4-4613-869F-ABB036ABE29A}" type="presParOf" srcId="{3D23DFEB-7962-4627-A9FD-7A8D62317C09}" destId="{F231E545-FA0F-4A48-A5A1-DEF693D6A076}" srcOrd="1" destOrd="0" presId="urn:microsoft.com/office/officeart/2005/8/layout/orgChart1"/>
    <dgm:cxn modelId="{F2015A0E-A90E-47BE-9BA6-B6F32C5EFD02}" type="presParOf" srcId="{3D23DFEB-7962-4627-A9FD-7A8D62317C09}" destId="{705668F2-CCBB-4DF6-87FC-099AB5BBAC87}" srcOrd="2" destOrd="0" presId="urn:microsoft.com/office/officeart/2005/8/layout/orgChart1"/>
    <dgm:cxn modelId="{C2386DA4-5B09-4209-95F5-8EC1D969FBF0}" type="presParOf" srcId="{DFD5C96C-E0F6-4599-94B7-329A75080BE8}" destId="{CF7EF0DE-3435-4145-9CED-6CC2EE300D92}" srcOrd="2" destOrd="0" presId="urn:microsoft.com/office/officeart/2005/8/layout/orgChart1"/>
    <dgm:cxn modelId="{EE12CA0A-A56F-492E-8052-03BC7577A40F}" type="presParOf" srcId="{DFD5C96C-E0F6-4599-94B7-329A75080BE8}" destId="{BEC1D652-17B0-4E27-8711-02308EA8273E}" srcOrd="3" destOrd="0" presId="urn:microsoft.com/office/officeart/2005/8/layout/orgChart1"/>
    <dgm:cxn modelId="{0B927CFE-CB6F-45D0-9509-70247594A685}" type="presParOf" srcId="{BEC1D652-17B0-4E27-8711-02308EA8273E}" destId="{E1A53A3E-8465-47A7-A59F-C8A8D11E0A9D}" srcOrd="0" destOrd="0" presId="urn:microsoft.com/office/officeart/2005/8/layout/orgChart1"/>
    <dgm:cxn modelId="{5E902F68-33A8-488F-BF6E-623824576AAA}" type="presParOf" srcId="{E1A53A3E-8465-47A7-A59F-C8A8D11E0A9D}" destId="{CC8E75B9-6D31-4EBA-B1F6-4DAB12E3FF5B}" srcOrd="0" destOrd="0" presId="urn:microsoft.com/office/officeart/2005/8/layout/orgChart1"/>
    <dgm:cxn modelId="{754251F5-7DEC-45FC-91C7-ADA13E44A5EB}" type="presParOf" srcId="{E1A53A3E-8465-47A7-A59F-C8A8D11E0A9D}" destId="{725105FF-4236-407A-B9D0-7249101C07FB}" srcOrd="1" destOrd="0" presId="urn:microsoft.com/office/officeart/2005/8/layout/orgChart1"/>
    <dgm:cxn modelId="{F10DD5AD-4616-447D-916C-DDCDE93C8C09}" type="presParOf" srcId="{BEC1D652-17B0-4E27-8711-02308EA8273E}" destId="{06EFF110-0244-44C5-B595-57113E4B8BBF}" srcOrd="1" destOrd="0" presId="urn:microsoft.com/office/officeart/2005/8/layout/orgChart1"/>
    <dgm:cxn modelId="{0EC4889F-AA7D-4491-B151-4E52C7B699F7}" type="presParOf" srcId="{BEC1D652-17B0-4E27-8711-02308EA8273E}" destId="{4F39BEC3-97FD-42B6-9601-A85590CAD64A}" srcOrd="2" destOrd="0" presId="urn:microsoft.com/office/officeart/2005/8/layout/orgChart1"/>
    <dgm:cxn modelId="{B1709375-3C80-4447-8D9C-CE856B78CEAE}" type="presParOf" srcId="{DFD5C96C-E0F6-4599-94B7-329A75080BE8}" destId="{7298843C-A6BF-4B87-BB5B-9828F41CBD7C}" srcOrd="4" destOrd="0" presId="urn:microsoft.com/office/officeart/2005/8/layout/orgChart1"/>
    <dgm:cxn modelId="{916BCD6D-609C-4D74-B28C-D322D35B81BF}" type="presParOf" srcId="{DFD5C96C-E0F6-4599-94B7-329A75080BE8}" destId="{FC44684E-DDB3-4363-82DF-2DEAEC0F760B}" srcOrd="5" destOrd="0" presId="urn:microsoft.com/office/officeart/2005/8/layout/orgChart1"/>
    <dgm:cxn modelId="{B3489834-C248-4C24-909F-B507BF7358F4}" type="presParOf" srcId="{FC44684E-DDB3-4363-82DF-2DEAEC0F760B}" destId="{25E3F76D-24E6-405A-971F-5FE564F74457}" srcOrd="0" destOrd="0" presId="urn:microsoft.com/office/officeart/2005/8/layout/orgChart1"/>
    <dgm:cxn modelId="{6B060DAC-4F2E-474A-856F-94B6183076E5}" type="presParOf" srcId="{25E3F76D-24E6-405A-971F-5FE564F74457}" destId="{439E56F9-E0D1-4158-882C-6937E7D7C844}" srcOrd="0" destOrd="0" presId="urn:microsoft.com/office/officeart/2005/8/layout/orgChart1"/>
    <dgm:cxn modelId="{9D1D8B68-8CC3-483B-9FCE-76F75BC2B198}" type="presParOf" srcId="{25E3F76D-24E6-405A-971F-5FE564F74457}" destId="{517A8951-49BD-48CE-A48C-912D8DCE84AE}" srcOrd="1" destOrd="0" presId="urn:microsoft.com/office/officeart/2005/8/layout/orgChart1"/>
    <dgm:cxn modelId="{220712B7-1D55-4551-828F-B618E551B5A1}" type="presParOf" srcId="{FC44684E-DDB3-4363-82DF-2DEAEC0F760B}" destId="{45ABF682-6D94-4F3F-A33C-4AC7A0AE2288}" srcOrd="1" destOrd="0" presId="urn:microsoft.com/office/officeart/2005/8/layout/orgChart1"/>
    <dgm:cxn modelId="{79A40D8D-81C8-4826-8BAB-638FBFF7F33B}" type="presParOf" srcId="{FC44684E-DDB3-4363-82DF-2DEAEC0F760B}" destId="{F278DFF8-0F88-48ED-B823-F067CAE39897}" srcOrd="2" destOrd="0" presId="urn:microsoft.com/office/officeart/2005/8/layout/orgChart1"/>
    <dgm:cxn modelId="{CB5F3BB1-F302-4F2D-AC5E-237C5D2CACE3}" type="presParOf" srcId="{DFD5C96C-E0F6-4599-94B7-329A75080BE8}" destId="{D917191D-E426-47A2-9D93-AFC7A22371F5}" srcOrd="6" destOrd="0" presId="urn:microsoft.com/office/officeart/2005/8/layout/orgChart1"/>
    <dgm:cxn modelId="{90D78839-5F0E-454E-98AE-F34C3E871FC5}" type="presParOf" srcId="{DFD5C96C-E0F6-4599-94B7-329A75080BE8}" destId="{E9EB58D6-96F5-45D8-9E1E-F53DC691E023}" srcOrd="7" destOrd="0" presId="urn:microsoft.com/office/officeart/2005/8/layout/orgChart1"/>
    <dgm:cxn modelId="{8A583899-A7D6-4CCD-95B8-9DFC8FBC2E34}" type="presParOf" srcId="{E9EB58D6-96F5-45D8-9E1E-F53DC691E023}" destId="{BF94DAAD-98F8-45BE-85CB-5D16942F20A8}" srcOrd="0" destOrd="0" presId="urn:microsoft.com/office/officeart/2005/8/layout/orgChart1"/>
    <dgm:cxn modelId="{5DCAAEC3-D0DF-4814-A4B3-353C4B744462}" type="presParOf" srcId="{BF94DAAD-98F8-45BE-85CB-5D16942F20A8}" destId="{1893835E-0092-4F86-90BB-FED80EA1EED9}" srcOrd="0" destOrd="0" presId="urn:microsoft.com/office/officeart/2005/8/layout/orgChart1"/>
    <dgm:cxn modelId="{AF8A97DC-548B-466A-8C61-ACA450BBBDB8}" type="presParOf" srcId="{BF94DAAD-98F8-45BE-85CB-5D16942F20A8}" destId="{EB48C928-E037-4ECB-9AA5-0FB03310FB15}" srcOrd="1" destOrd="0" presId="urn:microsoft.com/office/officeart/2005/8/layout/orgChart1"/>
    <dgm:cxn modelId="{DDA2F725-7BD4-4065-A746-7A1FFD76BB90}" type="presParOf" srcId="{E9EB58D6-96F5-45D8-9E1E-F53DC691E023}" destId="{42D2D7A1-3C54-49CC-A426-0981D6F9E91E}" srcOrd="1" destOrd="0" presId="urn:microsoft.com/office/officeart/2005/8/layout/orgChart1"/>
    <dgm:cxn modelId="{A5CE1648-F588-4836-922A-223145445181}" type="presParOf" srcId="{E9EB58D6-96F5-45D8-9E1E-F53DC691E023}" destId="{C66C2C34-6242-4465-BC40-8DB38EED8BD8}" srcOrd="2" destOrd="0" presId="urn:microsoft.com/office/officeart/2005/8/layout/orgChart1"/>
    <dgm:cxn modelId="{2BAE4A10-628F-4190-99A3-1A6229A78A36}" type="presParOf" srcId="{DFD5C96C-E0F6-4599-94B7-329A75080BE8}" destId="{5059C440-C6BE-41DE-95B6-A9FBE88B72B0}" srcOrd="8" destOrd="0" presId="urn:microsoft.com/office/officeart/2005/8/layout/orgChart1"/>
    <dgm:cxn modelId="{7AFEBB76-C2A4-45D7-8393-09AEA439941B}" type="presParOf" srcId="{DFD5C96C-E0F6-4599-94B7-329A75080BE8}" destId="{49865C04-13AA-4528-9608-9B2412C42AA7}" srcOrd="9" destOrd="0" presId="urn:microsoft.com/office/officeart/2005/8/layout/orgChart1"/>
    <dgm:cxn modelId="{38C86E21-EDC9-4645-A6E2-63AA484F278B}" type="presParOf" srcId="{49865C04-13AA-4528-9608-9B2412C42AA7}" destId="{6122099A-56FD-46B2-BC41-AD04FA6C840C}" srcOrd="0" destOrd="0" presId="urn:microsoft.com/office/officeart/2005/8/layout/orgChart1"/>
    <dgm:cxn modelId="{6BB41A3C-18E9-4473-A200-BF8693833064}" type="presParOf" srcId="{6122099A-56FD-46B2-BC41-AD04FA6C840C}" destId="{82A47582-08F1-4E5A-8D12-0BEE152E6967}" srcOrd="0" destOrd="0" presId="urn:microsoft.com/office/officeart/2005/8/layout/orgChart1"/>
    <dgm:cxn modelId="{A12FA015-13CB-4779-8A61-4EEFFB62E729}" type="presParOf" srcId="{6122099A-56FD-46B2-BC41-AD04FA6C840C}" destId="{72A955F4-77D1-429D-9CB8-7EB13A5EA2D4}" srcOrd="1" destOrd="0" presId="urn:microsoft.com/office/officeart/2005/8/layout/orgChart1"/>
    <dgm:cxn modelId="{D0430BAB-CC2A-4DA4-86DE-AA9B42AD39A6}" type="presParOf" srcId="{49865C04-13AA-4528-9608-9B2412C42AA7}" destId="{E18BBB05-DABF-40BE-A063-74C4BA2979BC}" srcOrd="1" destOrd="0" presId="urn:microsoft.com/office/officeart/2005/8/layout/orgChart1"/>
    <dgm:cxn modelId="{A98639ED-617E-4C52-8C22-3919C521BDFD}" type="presParOf" srcId="{49865C04-13AA-4528-9608-9B2412C42AA7}" destId="{283A02D4-E442-4E34-B972-D1A26E4AA379}" srcOrd="2" destOrd="0" presId="urn:microsoft.com/office/officeart/2005/8/layout/orgChart1"/>
    <dgm:cxn modelId="{99D8F06E-D1D2-4623-ABB3-53582CCE3D32}" type="presParOf" srcId="{DFD5C96C-E0F6-4599-94B7-329A75080BE8}" destId="{103294C6-8220-4784-82BE-B60390752AD5}" srcOrd="10" destOrd="0" presId="urn:microsoft.com/office/officeart/2005/8/layout/orgChart1"/>
    <dgm:cxn modelId="{A95D75E8-F2F4-477C-9387-D67B063C4372}" type="presParOf" srcId="{DFD5C96C-E0F6-4599-94B7-329A75080BE8}" destId="{4BFE4A85-ADC4-438B-8683-95AA483B6B4B}" srcOrd="11" destOrd="0" presId="urn:microsoft.com/office/officeart/2005/8/layout/orgChart1"/>
    <dgm:cxn modelId="{F7F89F62-6712-463A-BBB2-117E27201321}" type="presParOf" srcId="{4BFE4A85-ADC4-438B-8683-95AA483B6B4B}" destId="{A45641A1-0A29-4FF5-911D-FD16D44F4363}" srcOrd="0" destOrd="0" presId="urn:microsoft.com/office/officeart/2005/8/layout/orgChart1"/>
    <dgm:cxn modelId="{3A647068-7813-4F35-AA41-DBEAA61B4D46}" type="presParOf" srcId="{A45641A1-0A29-4FF5-911D-FD16D44F4363}" destId="{F775871A-D284-46A3-9AB2-D366E601DDE3}" srcOrd="0" destOrd="0" presId="urn:microsoft.com/office/officeart/2005/8/layout/orgChart1"/>
    <dgm:cxn modelId="{78795D11-3308-4E9B-8B40-10C6A77F5B72}" type="presParOf" srcId="{A45641A1-0A29-4FF5-911D-FD16D44F4363}" destId="{AB5C9093-B85E-4BCA-9FC9-1E3A495A3DA4}" srcOrd="1" destOrd="0" presId="urn:microsoft.com/office/officeart/2005/8/layout/orgChart1"/>
    <dgm:cxn modelId="{4B061996-BF5C-4BB3-97E2-07536726027D}" type="presParOf" srcId="{4BFE4A85-ADC4-438B-8683-95AA483B6B4B}" destId="{F6ABC53C-4E15-456F-B1CF-99D15B045B5D}" srcOrd="1" destOrd="0" presId="urn:microsoft.com/office/officeart/2005/8/layout/orgChart1"/>
    <dgm:cxn modelId="{1AE6A1F4-F7F4-4A12-96A0-D18E6A0E5E81}" type="presParOf" srcId="{4BFE4A85-ADC4-438B-8683-95AA483B6B4B}" destId="{7686FAA3-5ED4-450D-8939-E2D32B606A78}" srcOrd="2" destOrd="0" presId="urn:microsoft.com/office/officeart/2005/8/layout/orgChart1"/>
    <dgm:cxn modelId="{F887DCEB-C168-4B19-9682-46C88604C8A0}" type="presParOf" srcId="{DFD5C96C-E0F6-4599-94B7-329A75080BE8}" destId="{7038EDE8-9DFC-4B7C-ADCC-43E20BAEEF62}" srcOrd="12" destOrd="0" presId="urn:microsoft.com/office/officeart/2005/8/layout/orgChart1"/>
    <dgm:cxn modelId="{9E455E03-7272-4731-9D31-975AC29D3B87}" type="presParOf" srcId="{DFD5C96C-E0F6-4599-94B7-329A75080BE8}" destId="{39BC0971-EA10-4B54-A905-F9252FDB9826}" srcOrd="13" destOrd="0" presId="urn:microsoft.com/office/officeart/2005/8/layout/orgChart1"/>
    <dgm:cxn modelId="{D941BCE2-658B-4F48-BC8E-93F79712159B}" type="presParOf" srcId="{39BC0971-EA10-4B54-A905-F9252FDB9826}" destId="{A01DC8B2-517C-4175-8B74-950C248CE1C1}" srcOrd="0" destOrd="0" presId="urn:microsoft.com/office/officeart/2005/8/layout/orgChart1"/>
    <dgm:cxn modelId="{94E6B22E-A0F0-4011-A184-6EE43A5E83AA}" type="presParOf" srcId="{A01DC8B2-517C-4175-8B74-950C248CE1C1}" destId="{C96F9C37-991F-49D6-B97A-A0F337C56222}" srcOrd="0" destOrd="0" presId="urn:microsoft.com/office/officeart/2005/8/layout/orgChart1"/>
    <dgm:cxn modelId="{D24D99DE-B3BF-4271-95C6-0C65451244FB}" type="presParOf" srcId="{A01DC8B2-517C-4175-8B74-950C248CE1C1}" destId="{9351382F-997F-4D2C-853D-46AA8320F749}" srcOrd="1" destOrd="0" presId="urn:microsoft.com/office/officeart/2005/8/layout/orgChart1"/>
    <dgm:cxn modelId="{09B1A9DA-43CF-48DE-BEF4-EE50EA740232}" type="presParOf" srcId="{39BC0971-EA10-4B54-A905-F9252FDB9826}" destId="{9A4C0635-4CC6-4979-B9D6-0CA9084AF7DA}" srcOrd="1" destOrd="0" presId="urn:microsoft.com/office/officeart/2005/8/layout/orgChart1"/>
    <dgm:cxn modelId="{6BAD1FA7-5560-490D-9AD8-208D4C58CB95}" type="presParOf" srcId="{39BC0971-EA10-4B54-A905-F9252FDB9826}" destId="{4389F306-F254-49AE-88D8-45646E58020A}" srcOrd="2" destOrd="0" presId="urn:microsoft.com/office/officeart/2005/8/layout/orgChart1"/>
    <dgm:cxn modelId="{55DB0169-0DAA-4FDE-992B-A83CFDC3C4B8}" type="presParOf" srcId="{96135004-B0E7-40C8-9B0D-BCEF323FC445}" destId="{665B188C-3660-46B4-BD0C-9D5FCFB4AF4B}" srcOrd="2" destOrd="0" presId="urn:microsoft.com/office/officeart/2005/8/layout/orgChart1"/>
    <dgm:cxn modelId="{7AE8A36B-D9DA-441C-A198-C085BB1B0CFF}" type="presParOf" srcId="{12E27000-3BC1-464E-82D1-B54E2D19A6AD}" destId="{C8DD303F-7A77-4494-95D6-33F4E65BD977}" srcOrd="6" destOrd="0" presId="urn:microsoft.com/office/officeart/2005/8/layout/orgChart1"/>
    <dgm:cxn modelId="{5BD69680-F564-4012-9526-35897593C988}" type="presParOf" srcId="{12E27000-3BC1-464E-82D1-B54E2D19A6AD}" destId="{6DA5B517-3B81-48E5-8201-603344FD7C6F}" srcOrd="7" destOrd="0" presId="urn:microsoft.com/office/officeart/2005/8/layout/orgChart1"/>
    <dgm:cxn modelId="{F7F0886D-7710-46A5-9E8A-BEFEDAEF0752}" type="presParOf" srcId="{6DA5B517-3B81-48E5-8201-603344FD7C6F}" destId="{9C4C40F9-0154-4558-91CF-4D7A1921F29F}" srcOrd="0" destOrd="0" presId="urn:microsoft.com/office/officeart/2005/8/layout/orgChart1"/>
    <dgm:cxn modelId="{A3FDEC22-51EC-45B4-9E94-66E95E20833B}" type="presParOf" srcId="{9C4C40F9-0154-4558-91CF-4D7A1921F29F}" destId="{F54798F8-CFF8-48B6-8442-8A6AFF45CDE3}" srcOrd="0" destOrd="0" presId="urn:microsoft.com/office/officeart/2005/8/layout/orgChart1"/>
    <dgm:cxn modelId="{C117ED3F-A57C-481C-A17F-C7F567BA5BEF}" type="presParOf" srcId="{9C4C40F9-0154-4558-91CF-4D7A1921F29F}" destId="{7D90D57A-72CC-44B1-B70C-C5F782969437}" srcOrd="1" destOrd="0" presId="urn:microsoft.com/office/officeart/2005/8/layout/orgChart1"/>
    <dgm:cxn modelId="{7E4117A1-4FE2-48EE-9BBE-4A085A645A2E}" type="presParOf" srcId="{6DA5B517-3B81-48E5-8201-603344FD7C6F}" destId="{15BB1EF6-35F1-461A-8A45-7E8B73DDC724}" srcOrd="1" destOrd="0" presId="urn:microsoft.com/office/officeart/2005/8/layout/orgChart1"/>
    <dgm:cxn modelId="{D30F2136-BF9A-4A14-A08D-B46C3E27F1FE}" type="presParOf" srcId="{15BB1EF6-35F1-461A-8A45-7E8B73DDC724}" destId="{C740B296-F481-4908-AB46-17BC616141BA}" srcOrd="0" destOrd="0" presId="urn:microsoft.com/office/officeart/2005/8/layout/orgChart1"/>
    <dgm:cxn modelId="{095E2E17-613D-4CA2-AE32-3117ED28D907}" type="presParOf" srcId="{15BB1EF6-35F1-461A-8A45-7E8B73DDC724}" destId="{DBE7E473-E8AA-4CAE-A5D6-D73BC2DC0B2D}" srcOrd="1" destOrd="0" presId="urn:microsoft.com/office/officeart/2005/8/layout/orgChart1"/>
    <dgm:cxn modelId="{E4F92148-7BAC-42BC-81E8-5B9BAD198824}" type="presParOf" srcId="{DBE7E473-E8AA-4CAE-A5D6-D73BC2DC0B2D}" destId="{AF172A15-20F4-4269-AC0C-FF7FFE374FB6}" srcOrd="0" destOrd="0" presId="urn:microsoft.com/office/officeart/2005/8/layout/orgChart1"/>
    <dgm:cxn modelId="{7BE335B7-224F-48EE-A64B-66965FBE272E}" type="presParOf" srcId="{AF172A15-20F4-4269-AC0C-FF7FFE374FB6}" destId="{C11C4E9E-7FC9-4731-B287-80A256055D1D}" srcOrd="0" destOrd="0" presId="urn:microsoft.com/office/officeart/2005/8/layout/orgChart1"/>
    <dgm:cxn modelId="{05225D3F-7605-48F0-8173-20E6ACE9F289}" type="presParOf" srcId="{AF172A15-20F4-4269-AC0C-FF7FFE374FB6}" destId="{1B45D10F-710C-4943-8BB2-921F6333595E}" srcOrd="1" destOrd="0" presId="urn:microsoft.com/office/officeart/2005/8/layout/orgChart1"/>
    <dgm:cxn modelId="{37EC6394-2F19-45C6-9365-92E26A01DF52}" type="presParOf" srcId="{DBE7E473-E8AA-4CAE-A5D6-D73BC2DC0B2D}" destId="{FAD73C12-E6CC-461D-9662-4B3E9952FD58}" srcOrd="1" destOrd="0" presId="urn:microsoft.com/office/officeart/2005/8/layout/orgChart1"/>
    <dgm:cxn modelId="{8FB55E20-F9FE-494E-875B-9F183C1EED4E}" type="presParOf" srcId="{DBE7E473-E8AA-4CAE-A5D6-D73BC2DC0B2D}" destId="{E21610DB-49A1-466E-BCF0-CD44E7FE8FC7}" srcOrd="2" destOrd="0" presId="urn:microsoft.com/office/officeart/2005/8/layout/orgChart1"/>
    <dgm:cxn modelId="{7C7B9A36-F036-4C0C-ADEA-713DD99D387E}" type="presParOf" srcId="{15BB1EF6-35F1-461A-8A45-7E8B73DDC724}" destId="{8B806298-29F3-496B-89E0-927B680BEC1D}" srcOrd="2" destOrd="0" presId="urn:microsoft.com/office/officeart/2005/8/layout/orgChart1"/>
    <dgm:cxn modelId="{E4856A04-2757-4F44-BC0A-EF1EAE77838A}" type="presParOf" srcId="{15BB1EF6-35F1-461A-8A45-7E8B73DDC724}" destId="{EB816B05-8C1C-4C26-B531-E50ED06E50B6}" srcOrd="3" destOrd="0" presId="urn:microsoft.com/office/officeart/2005/8/layout/orgChart1"/>
    <dgm:cxn modelId="{4C1039C2-DF9E-46C4-AA7A-B25E399329C9}" type="presParOf" srcId="{EB816B05-8C1C-4C26-B531-E50ED06E50B6}" destId="{6E6A95C2-06EC-4B82-A56D-C9031809C999}" srcOrd="0" destOrd="0" presId="urn:microsoft.com/office/officeart/2005/8/layout/orgChart1"/>
    <dgm:cxn modelId="{F4F0D50B-127E-4C7E-8F65-E4FC0BFF9E70}" type="presParOf" srcId="{6E6A95C2-06EC-4B82-A56D-C9031809C999}" destId="{ECA4C62D-43CA-4245-83AF-3F4F4607D265}" srcOrd="0" destOrd="0" presId="urn:microsoft.com/office/officeart/2005/8/layout/orgChart1"/>
    <dgm:cxn modelId="{0B3F8CC3-A854-481D-9A78-23EDD8F68063}" type="presParOf" srcId="{6E6A95C2-06EC-4B82-A56D-C9031809C999}" destId="{3DD1836B-BA5D-4B8D-8F1A-BCDD583556FA}" srcOrd="1" destOrd="0" presId="urn:microsoft.com/office/officeart/2005/8/layout/orgChart1"/>
    <dgm:cxn modelId="{129E1B6E-F735-45B5-B774-5E23B2EAB297}" type="presParOf" srcId="{EB816B05-8C1C-4C26-B531-E50ED06E50B6}" destId="{11B4E490-5960-4159-A238-B90A98AC796A}" srcOrd="1" destOrd="0" presId="urn:microsoft.com/office/officeart/2005/8/layout/orgChart1"/>
    <dgm:cxn modelId="{2B17C7BC-478C-4E35-B8C7-C433E51DD0E9}" type="presParOf" srcId="{EB816B05-8C1C-4C26-B531-E50ED06E50B6}" destId="{7A924A83-FA22-4518-B4FF-C99A0C11A79E}" srcOrd="2" destOrd="0" presId="urn:microsoft.com/office/officeart/2005/8/layout/orgChart1"/>
    <dgm:cxn modelId="{76CB0B14-12A7-48DC-A661-1520C166F9DE}" type="presParOf" srcId="{15BB1EF6-35F1-461A-8A45-7E8B73DDC724}" destId="{B8026122-73F0-4067-A3D3-9AC7A15966E2}" srcOrd="4" destOrd="0" presId="urn:microsoft.com/office/officeart/2005/8/layout/orgChart1"/>
    <dgm:cxn modelId="{DA459345-2CE0-4077-86A6-178C9E9E15AF}" type="presParOf" srcId="{15BB1EF6-35F1-461A-8A45-7E8B73DDC724}" destId="{761FAF45-B60B-4495-B056-98498713E4D3}" srcOrd="5" destOrd="0" presId="urn:microsoft.com/office/officeart/2005/8/layout/orgChart1"/>
    <dgm:cxn modelId="{9193EB28-46E9-4F6A-889A-5ED374D6CED1}" type="presParOf" srcId="{761FAF45-B60B-4495-B056-98498713E4D3}" destId="{C907C1C9-ADA7-498E-BCB6-ED702290F3A7}" srcOrd="0" destOrd="0" presId="urn:microsoft.com/office/officeart/2005/8/layout/orgChart1"/>
    <dgm:cxn modelId="{64BACCFC-F10E-4833-84F0-CEEEB0812621}" type="presParOf" srcId="{C907C1C9-ADA7-498E-BCB6-ED702290F3A7}" destId="{88530066-5BAB-4507-8CB1-B18D885D91D9}" srcOrd="0" destOrd="0" presId="urn:microsoft.com/office/officeart/2005/8/layout/orgChart1"/>
    <dgm:cxn modelId="{D91B88B6-7F55-46EA-95FF-4C64A3EC5DCC}" type="presParOf" srcId="{C907C1C9-ADA7-498E-BCB6-ED702290F3A7}" destId="{55C7CEED-AFFC-491D-9BB6-EC7BD1917775}" srcOrd="1" destOrd="0" presId="urn:microsoft.com/office/officeart/2005/8/layout/orgChart1"/>
    <dgm:cxn modelId="{ACB1B919-F7BF-46D9-B4AC-0A28DD4B535A}" type="presParOf" srcId="{761FAF45-B60B-4495-B056-98498713E4D3}" destId="{5CF1B16D-4D0F-4982-9B6D-3E97F5BD6B07}" srcOrd="1" destOrd="0" presId="urn:microsoft.com/office/officeart/2005/8/layout/orgChart1"/>
    <dgm:cxn modelId="{70BB6E2C-1F58-431E-BD0D-7878F06F65B0}" type="presParOf" srcId="{761FAF45-B60B-4495-B056-98498713E4D3}" destId="{9BF8F94A-A620-4011-AFD6-D4002D47674D}" srcOrd="2" destOrd="0" presId="urn:microsoft.com/office/officeart/2005/8/layout/orgChart1"/>
    <dgm:cxn modelId="{350904E5-FA21-4D87-8114-EEF57AA4687C}" type="presParOf" srcId="{6DA5B517-3B81-48E5-8201-603344FD7C6F}" destId="{11763A67-E864-46C4-919A-7408BEFF2276}" srcOrd="2" destOrd="0" presId="urn:microsoft.com/office/officeart/2005/8/layout/orgChart1"/>
    <dgm:cxn modelId="{ECB6D4E7-00EA-446A-B838-C0C89152E3CE}" type="presParOf" srcId="{12E27000-3BC1-464E-82D1-B54E2D19A6AD}" destId="{DE7B63C6-6501-4B37-B411-7A24BBB75961}" srcOrd="8" destOrd="0" presId="urn:microsoft.com/office/officeart/2005/8/layout/orgChart1"/>
    <dgm:cxn modelId="{03B481AB-1925-4602-8502-1399DE10FAEC}" type="presParOf" srcId="{12E27000-3BC1-464E-82D1-B54E2D19A6AD}" destId="{76B2B862-98D9-4056-ADD4-263384EDE48F}" srcOrd="9" destOrd="0" presId="urn:microsoft.com/office/officeart/2005/8/layout/orgChart1"/>
    <dgm:cxn modelId="{1F6D6247-A8A9-44A8-AB53-F362811B3DDF}" type="presParOf" srcId="{76B2B862-98D9-4056-ADD4-263384EDE48F}" destId="{20C29A32-3610-4E41-AB25-7F1AFE0AB3BA}" srcOrd="0" destOrd="0" presId="urn:microsoft.com/office/officeart/2005/8/layout/orgChart1"/>
    <dgm:cxn modelId="{362AFCCF-6634-4791-980E-E7C6CC9A3154}" type="presParOf" srcId="{20C29A32-3610-4E41-AB25-7F1AFE0AB3BA}" destId="{AE49D322-0696-4AE1-BD18-EEE04AD51B1F}" srcOrd="0" destOrd="0" presId="urn:microsoft.com/office/officeart/2005/8/layout/orgChart1"/>
    <dgm:cxn modelId="{E9E8E977-33E6-4124-B383-155FF63A061F}" type="presParOf" srcId="{20C29A32-3610-4E41-AB25-7F1AFE0AB3BA}" destId="{93AF165A-936E-465E-AB04-967875D9C89A}" srcOrd="1" destOrd="0" presId="urn:microsoft.com/office/officeart/2005/8/layout/orgChart1"/>
    <dgm:cxn modelId="{402FEC3A-CE68-48B4-9FE1-855FB9C62BCC}" type="presParOf" srcId="{76B2B862-98D9-4056-ADD4-263384EDE48F}" destId="{2DE72A4F-6E3B-4E9D-B3A8-0FB9DEEF674B}" srcOrd="1" destOrd="0" presId="urn:microsoft.com/office/officeart/2005/8/layout/orgChart1"/>
    <dgm:cxn modelId="{259E4F1B-F8E2-416B-BCE6-46A06888519E}" type="presParOf" srcId="{2DE72A4F-6E3B-4E9D-B3A8-0FB9DEEF674B}" destId="{FE8D0EAD-C003-4AA1-B3C3-D389C96C52CD}" srcOrd="0" destOrd="0" presId="urn:microsoft.com/office/officeart/2005/8/layout/orgChart1"/>
    <dgm:cxn modelId="{BEDDD8B3-E452-4720-AD4F-A01DC3534374}" type="presParOf" srcId="{2DE72A4F-6E3B-4E9D-B3A8-0FB9DEEF674B}" destId="{2D44B5B0-95F2-4F7B-BD47-7AB74A43E305}" srcOrd="1" destOrd="0" presId="urn:microsoft.com/office/officeart/2005/8/layout/orgChart1"/>
    <dgm:cxn modelId="{2978654A-9044-472F-A2AD-3683550881CE}" type="presParOf" srcId="{2D44B5B0-95F2-4F7B-BD47-7AB74A43E305}" destId="{563964E7-D426-4E39-A679-EBFC40A41B39}" srcOrd="0" destOrd="0" presId="urn:microsoft.com/office/officeart/2005/8/layout/orgChart1"/>
    <dgm:cxn modelId="{2CFBA551-E412-46E8-9E29-95F28E72D9CC}" type="presParOf" srcId="{563964E7-D426-4E39-A679-EBFC40A41B39}" destId="{78B856AD-E9FE-4F47-B774-47D968C95901}" srcOrd="0" destOrd="0" presId="urn:microsoft.com/office/officeart/2005/8/layout/orgChart1"/>
    <dgm:cxn modelId="{CAA440BA-A71E-467B-AA11-56AA4F023A3B}" type="presParOf" srcId="{563964E7-D426-4E39-A679-EBFC40A41B39}" destId="{FDDB7581-8DE5-4F53-82D9-D116BD686AEA}" srcOrd="1" destOrd="0" presId="urn:microsoft.com/office/officeart/2005/8/layout/orgChart1"/>
    <dgm:cxn modelId="{50176C17-AAF6-43A1-B9B8-5F11D4BE600D}" type="presParOf" srcId="{2D44B5B0-95F2-4F7B-BD47-7AB74A43E305}" destId="{A0889AE4-662C-4288-9580-ADC98052DEB6}" srcOrd="1" destOrd="0" presId="urn:microsoft.com/office/officeart/2005/8/layout/orgChart1"/>
    <dgm:cxn modelId="{F403B348-E246-42CA-9984-F72F252A387A}" type="presParOf" srcId="{2D44B5B0-95F2-4F7B-BD47-7AB74A43E305}" destId="{BC0EAE87-DA0B-48F8-ADA8-5B9F09A1A8A2}" srcOrd="2" destOrd="0" presId="urn:microsoft.com/office/officeart/2005/8/layout/orgChart1"/>
    <dgm:cxn modelId="{37488EB5-319C-40B2-BF43-1DF419D62365}" type="presParOf" srcId="{2DE72A4F-6E3B-4E9D-B3A8-0FB9DEEF674B}" destId="{3AB44016-D98D-428F-9B96-8497302DD1C8}" srcOrd="2" destOrd="0" presId="urn:microsoft.com/office/officeart/2005/8/layout/orgChart1"/>
    <dgm:cxn modelId="{748FC10D-0A1F-4947-B867-1AB001DE16E6}" type="presParOf" srcId="{2DE72A4F-6E3B-4E9D-B3A8-0FB9DEEF674B}" destId="{FDD4EC82-2DDE-43AA-ADE0-7DF67689B13A}" srcOrd="3" destOrd="0" presId="urn:microsoft.com/office/officeart/2005/8/layout/orgChart1"/>
    <dgm:cxn modelId="{DA414E64-B6E9-406B-BCF8-B4E1FBCD3FF5}" type="presParOf" srcId="{FDD4EC82-2DDE-43AA-ADE0-7DF67689B13A}" destId="{CE57410C-AB4A-49E1-BC49-D99D226B6D69}" srcOrd="0" destOrd="0" presId="urn:microsoft.com/office/officeart/2005/8/layout/orgChart1"/>
    <dgm:cxn modelId="{42983113-8E69-4BEB-9E94-AB63C3E1174A}" type="presParOf" srcId="{CE57410C-AB4A-49E1-BC49-D99D226B6D69}" destId="{936BFCEB-21C0-4AF5-B726-850D42F8CC7E}" srcOrd="0" destOrd="0" presId="urn:microsoft.com/office/officeart/2005/8/layout/orgChart1"/>
    <dgm:cxn modelId="{4107FBD7-AA3A-40EC-AA81-61E71F0B3A31}" type="presParOf" srcId="{CE57410C-AB4A-49E1-BC49-D99D226B6D69}" destId="{6D98246A-28A3-4762-8D74-F24E6CFB7B47}" srcOrd="1" destOrd="0" presId="urn:microsoft.com/office/officeart/2005/8/layout/orgChart1"/>
    <dgm:cxn modelId="{B57D5FE4-7028-46F7-8E8A-3B3E6673C479}" type="presParOf" srcId="{FDD4EC82-2DDE-43AA-ADE0-7DF67689B13A}" destId="{4D90148C-6D97-4AAF-BEFE-888224F36F7F}" srcOrd="1" destOrd="0" presId="urn:microsoft.com/office/officeart/2005/8/layout/orgChart1"/>
    <dgm:cxn modelId="{CE6E330D-229F-4B84-94F1-0189FAB63002}" type="presParOf" srcId="{FDD4EC82-2DDE-43AA-ADE0-7DF67689B13A}" destId="{A1F17A2D-FD4D-467B-8A0C-0FAADE4A7233}" srcOrd="2" destOrd="0" presId="urn:microsoft.com/office/officeart/2005/8/layout/orgChart1"/>
    <dgm:cxn modelId="{2B75B5C0-AA1B-49C0-ACD7-B2B9A7B0CA03}" type="presParOf" srcId="{2DE72A4F-6E3B-4E9D-B3A8-0FB9DEEF674B}" destId="{2DB7797F-247D-4C37-8A0F-401918560231}" srcOrd="4" destOrd="0" presId="urn:microsoft.com/office/officeart/2005/8/layout/orgChart1"/>
    <dgm:cxn modelId="{8C73763F-FEB3-4BFB-BCC1-7F29CE54802F}" type="presParOf" srcId="{2DE72A4F-6E3B-4E9D-B3A8-0FB9DEEF674B}" destId="{9C434B22-4264-42F8-B96D-B5F9B7B09B9B}" srcOrd="5" destOrd="0" presId="urn:microsoft.com/office/officeart/2005/8/layout/orgChart1"/>
    <dgm:cxn modelId="{AD927D2B-0009-4207-BDC3-848CA4867FE6}" type="presParOf" srcId="{9C434B22-4264-42F8-B96D-B5F9B7B09B9B}" destId="{C46E8C60-0664-422D-B479-7EDDF61E7D9E}" srcOrd="0" destOrd="0" presId="urn:microsoft.com/office/officeart/2005/8/layout/orgChart1"/>
    <dgm:cxn modelId="{F2D2DD7A-0E44-4872-ABE3-C240FCD443A0}" type="presParOf" srcId="{C46E8C60-0664-422D-B479-7EDDF61E7D9E}" destId="{DD94ECD7-41CA-45D2-AC7B-D3A2B80BECD3}" srcOrd="0" destOrd="0" presId="urn:microsoft.com/office/officeart/2005/8/layout/orgChart1"/>
    <dgm:cxn modelId="{0551441A-BCC2-4530-8255-52AE9EC307CB}" type="presParOf" srcId="{C46E8C60-0664-422D-B479-7EDDF61E7D9E}" destId="{544DE8F2-5FFD-455D-A3BB-3E43C2C173FE}" srcOrd="1" destOrd="0" presId="urn:microsoft.com/office/officeart/2005/8/layout/orgChart1"/>
    <dgm:cxn modelId="{BEAEA533-5EEA-4D44-9BEF-3080ADA02242}" type="presParOf" srcId="{9C434B22-4264-42F8-B96D-B5F9B7B09B9B}" destId="{00531208-30F7-40D7-BD45-4AED3CF34CCA}" srcOrd="1" destOrd="0" presId="urn:microsoft.com/office/officeart/2005/8/layout/orgChart1"/>
    <dgm:cxn modelId="{E17881B4-27A0-4D7D-A5D1-3C4AA2849C79}" type="presParOf" srcId="{9C434B22-4264-42F8-B96D-B5F9B7B09B9B}" destId="{B9035AFD-2822-4760-A778-ED13CF1CE1BC}" srcOrd="2" destOrd="0" presId="urn:microsoft.com/office/officeart/2005/8/layout/orgChart1"/>
    <dgm:cxn modelId="{39C46B54-A788-4B6B-BDC9-A1152F23CB01}" type="presParOf" srcId="{76B2B862-98D9-4056-ADD4-263384EDE48F}" destId="{B2EFC5C2-D44D-49F9-8851-5407288AAA20}" srcOrd="2" destOrd="0" presId="urn:microsoft.com/office/officeart/2005/8/layout/orgChart1"/>
    <dgm:cxn modelId="{C089EAE7-DCE8-4BD6-8955-334062FBD826}" type="presParOf" srcId="{E92BD1C6-5669-48BB-8CBD-A3BFD4879E6A}" destId="{45DAF407-5462-4C7E-995D-28237232A8E8}" srcOrd="2" destOrd="0" presId="urn:microsoft.com/office/officeart/2005/8/layout/orgChart1"/>
    <dgm:cxn modelId="{17EE7B8B-67BF-4DAF-AAFE-F400CA2F0844}" type="presParOf" srcId="{E101365E-6460-4885-8C66-2EF162FA2B06}" destId="{9BAB1E88-DF90-4176-A783-9E553A85939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7797F-247D-4C37-8A0F-401918560231}">
      <dsp:nvSpPr>
        <dsp:cNvPr id="0" name=""/>
        <dsp:cNvSpPr/>
      </dsp:nvSpPr>
      <dsp:spPr>
        <a:xfrm>
          <a:off x="7421610" y="1634447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B44016-D98D-428F-9B96-8497302DD1C8}">
      <dsp:nvSpPr>
        <dsp:cNvPr id="0" name=""/>
        <dsp:cNvSpPr/>
      </dsp:nvSpPr>
      <dsp:spPr>
        <a:xfrm>
          <a:off x="7421610" y="1634447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D0EAD-C003-4AA1-B3C3-D389C96C52CD}">
      <dsp:nvSpPr>
        <dsp:cNvPr id="0" name=""/>
        <dsp:cNvSpPr/>
      </dsp:nvSpPr>
      <dsp:spPr>
        <a:xfrm>
          <a:off x="7421610" y="1634447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B63C6-6501-4B37-B411-7A24BBB75961}">
      <dsp:nvSpPr>
        <dsp:cNvPr id="0" name=""/>
        <dsp:cNvSpPr/>
      </dsp:nvSpPr>
      <dsp:spPr>
        <a:xfrm>
          <a:off x="6312399" y="1228506"/>
          <a:ext cx="1383630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1383630" y="60033"/>
              </a:lnTo>
              <a:lnTo>
                <a:pt x="138363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26122-73F0-4067-A3D3-9AC7A15966E2}">
      <dsp:nvSpPr>
        <dsp:cNvPr id="0" name=""/>
        <dsp:cNvSpPr/>
      </dsp:nvSpPr>
      <dsp:spPr>
        <a:xfrm>
          <a:off x="6729795" y="1634447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06298-29F3-496B-89E0-927B680BEC1D}">
      <dsp:nvSpPr>
        <dsp:cNvPr id="0" name=""/>
        <dsp:cNvSpPr/>
      </dsp:nvSpPr>
      <dsp:spPr>
        <a:xfrm>
          <a:off x="6729795" y="1634447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40B296-F481-4908-AB46-17BC616141BA}">
      <dsp:nvSpPr>
        <dsp:cNvPr id="0" name=""/>
        <dsp:cNvSpPr/>
      </dsp:nvSpPr>
      <dsp:spPr>
        <a:xfrm>
          <a:off x="6729795" y="1634447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DD303F-7A77-4494-95D6-33F4E65BD977}">
      <dsp:nvSpPr>
        <dsp:cNvPr id="0" name=""/>
        <dsp:cNvSpPr/>
      </dsp:nvSpPr>
      <dsp:spPr>
        <a:xfrm>
          <a:off x="6312399" y="1228506"/>
          <a:ext cx="691815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691815" y="60033"/>
              </a:lnTo>
              <a:lnTo>
                <a:pt x="691815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8EDE8-9DFC-4B7C-ADCC-43E20BAEEF62}">
      <dsp:nvSpPr>
        <dsp:cNvPr id="0" name=""/>
        <dsp:cNvSpPr/>
      </dsp:nvSpPr>
      <dsp:spPr>
        <a:xfrm>
          <a:off x="6037979" y="1634447"/>
          <a:ext cx="91440" cy="26986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8650"/>
              </a:lnTo>
              <a:lnTo>
                <a:pt x="131482" y="269865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3294C6-8220-4784-82BE-B60390752AD5}">
      <dsp:nvSpPr>
        <dsp:cNvPr id="0" name=""/>
        <dsp:cNvSpPr/>
      </dsp:nvSpPr>
      <dsp:spPr>
        <a:xfrm>
          <a:off x="6037979" y="1634447"/>
          <a:ext cx="91440" cy="2292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92709"/>
              </a:lnTo>
              <a:lnTo>
                <a:pt x="131482" y="22927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9C440-C6BE-41DE-95B6-A9FBE88B72B0}">
      <dsp:nvSpPr>
        <dsp:cNvPr id="0" name=""/>
        <dsp:cNvSpPr/>
      </dsp:nvSpPr>
      <dsp:spPr>
        <a:xfrm>
          <a:off x="6037979" y="1634447"/>
          <a:ext cx="91440" cy="18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6768"/>
              </a:lnTo>
              <a:lnTo>
                <a:pt x="131482" y="188676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17191D-E426-47A2-9D93-AFC7A22371F5}">
      <dsp:nvSpPr>
        <dsp:cNvPr id="0" name=""/>
        <dsp:cNvSpPr/>
      </dsp:nvSpPr>
      <dsp:spPr>
        <a:xfrm>
          <a:off x="6037979" y="1634447"/>
          <a:ext cx="91440" cy="14808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0827"/>
              </a:lnTo>
              <a:lnTo>
                <a:pt x="131482" y="148082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8843C-A6BF-4B87-BB5B-9828F41CBD7C}">
      <dsp:nvSpPr>
        <dsp:cNvPr id="0" name=""/>
        <dsp:cNvSpPr/>
      </dsp:nvSpPr>
      <dsp:spPr>
        <a:xfrm>
          <a:off x="6037979" y="1634447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EF0DE-3435-4145-9CED-6CC2EE300D92}">
      <dsp:nvSpPr>
        <dsp:cNvPr id="0" name=""/>
        <dsp:cNvSpPr/>
      </dsp:nvSpPr>
      <dsp:spPr>
        <a:xfrm>
          <a:off x="6037979" y="1634447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BB1A2E-69EF-45EB-A671-543B1B04923F}">
      <dsp:nvSpPr>
        <dsp:cNvPr id="0" name=""/>
        <dsp:cNvSpPr/>
      </dsp:nvSpPr>
      <dsp:spPr>
        <a:xfrm>
          <a:off x="6037979" y="1634447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37DDC2-4E9C-4429-91F1-0756C891F8F1}">
      <dsp:nvSpPr>
        <dsp:cNvPr id="0" name=""/>
        <dsp:cNvSpPr/>
      </dsp:nvSpPr>
      <dsp:spPr>
        <a:xfrm>
          <a:off x="6266679" y="1228506"/>
          <a:ext cx="91440" cy="1200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9F119-E6B8-4A1D-BD1D-F86E03E46E1C}">
      <dsp:nvSpPr>
        <dsp:cNvPr id="0" name=""/>
        <dsp:cNvSpPr/>
      </dsp:nvSpPr>
      <dsp:spPr>
        <a:xfrm>
          <a:off x="5346164" y="1634447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ABC96B-BBEB-4BAA-8F11-248F695AC1AE}">
      <dsp:nvSpPr>
        <dsp:cNvPr id="0" name=""/>
        <dsp:cNvSpPr/>
      </dsp:nvSpPr>
      <dsp:spPr>
        <a:xfrm>
          <a:off x="5346164" y="1634447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1C5653-A063-4BA2-85F4-606EB57FE20B}">
      <dsp:nvSpPr>
        <dsp:cNvPr id="0" name=""/>
        <dsp:cNvSpPr/>
      </dsp:nvSpPr>
      <dsp:spPr>
        <a:xfrm>
          <a:off x="5620584" y="1228506"/>
          <a:ext cx="691815" cy="120067"/>
        </a:xfrm>
        <a:custGeom>
          <a:avLst/>
          <a:gdLst/>
          <a:ahLst/>
          <a:cxnLst/>
          <a:rect l="0" t="0" r="0" b="0"/>
          <a:pathLst>
            <a:path>
              <a:moveTo>
                <a:pt x="691815" y="0"/>
              </a:moveTo>
              <a:lnTo>
                <a:pt x="691815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5CFC25-7FE6-4D1C-9FB7-CF54320F79B8}">
      <dsp:nvSpPr>
        <dsp:cNvPr id="0" name=""/>
        <dsp:cNvSpPr/>
      </dsp:nvSpPr>
      <dsp:spPr>
        <a:xfrm>
          <a:off x="4928768" y="1228506"/>
          <a:ext cx="1383630" cy="120067"/>
        </a:xfrm>
        <a:custGeom>
          <a:avLst/>
          <a:gdLst/>
          <a:ahLst/>
          <a:cxnLst/>
          <a:rect l="0" t="0" r="0" b="0"/>
          <a:pathLst>
            <a:path>
              <a:moveTo>
                <a:pt x="1383630" y="0"/>
              </a:moveTo>
              <a:lnTo>
                <a:pt x="1383630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79132-2C22-4286-8B48-BB45DF8399C9}">
      <dsp:nvSpPr>
        <dsp:cNvPr id="0" name=""/>
        <dsp:cNvSpPr/>
      </dsp:nvSpPr>
      <dsp:spPr>
        <a:xfrm>
          <a:off x="4287696" y="822564"/>
          <a:ext cx="2024702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2024702" y="60033"/>
              </a:lnTo>
              <a:lnTo>
                <a:pt x="2024702" y="12006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54277-0F5A-4E1D-9328-547FCC03190B}">
      <dsp:nvSpPr>
        <dsp:cNvPr id="0" name=""/>
        <dsp:cNvSpPr/>
      </dsp:nvSpPr>
      <dsp:spPr>
        <a:xfrm>
          <a:off x="4308442" y="2040388"/>
          <a:ext cx="91440" cy="26986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8650"/>
              </a:lnTo>
              <a:lnTo>
                <a:pt x="131482" y="269865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1A8547-B490-4FAA-B956-0B665E2FB08A}">
      <dsp:nvSpPr>
        <dsp:cNvPr id="0" name=""/>
        <dsp:cNvSpPr/>
      </dsp:nvSpPr>
      <dsp:spPr>
        <a:xfrm>
          <a:off x="4308442" y="2040388"/>
          <a:ext cx="91440" cy="2292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92709"/>
              </a:lnTo>
              <a:lnTo>
                <a:pt x="131482" y="229270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7C0189-1129-419E-BABE-9EE65CF6A763}">
      <dsp:nvSpPr>
        <dsp:cNvPr id="0" name=""/>
        <dsp:cNvSpPr/>
      </dsp:nvSpPr>
      <dsp:spPr>
        <a:xfrm>
          <a:off x="4308442" y="2040388"/>
          <a:ext cx="91440" cy="18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6768"/>
              </a:lnTo>
              <a:lnTo>
                <a:pt x="131482" y="188676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D7DD27-C337-40C7-BC4C-2169FF8E6208}">
      <dsp:nvSpPr>
        <dsp:cNvPr id="0" name=""/>
        <dsp:cNvSpPr/>
      </dsp:nvSpPr>
      <dsp:spPr>
        <a:xfrm>
          <a:off x="4308442" y="2040388"/>
          <a:ext cx="91440" cy="14808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0827"/>
              </a:lnTo>
              <a:lnTo>
                <a:pt x="131482" y="148082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DC1AED-E3A1-48D8-B56F-F4BF7513CA8B}">
      <dsp:nvSpPr>
        <dsp:cNvPr id="0" name=""/>
        <dsp:cNvSpPr/>
      </dsp:nvSpPr>
      <dsp:spPr>
        <a:xfrm>
          <a:off x="4308442" y="2040388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CD0D8-C92C-492F-81BB-D725996EFB6D}">
      <dsp:nvSpPr>
        <dsp:cNvPr id="0" name=""/>
        <dsp:cNvSpPr/>
      </dsp:nvSpPr>
      <dsp:spPr>
        <a:xfrm>
          <a:off x="4308442" y="2040388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0A3748-3AFE-413F-99D1-49EE0BAB365C}">
      <dsp:nvSpPr>
        <dsp:cNvPr id="0" name=""/>
        <dsp:cNvSpPr/>
      </dsp:nvSpPr>
      <dsp:spPr>
        <a:xfrm>
          <a:off x="4308442" y="2040388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22117-C368-4B40-8417-D580CA4AA501}">
      <dsp:nvSpPr>
        <dsp:cNvPr id="0" name=""/>
        <dsp:cNvSpPr/>
      </dsp:nvSpPr>
      <dsp:spPr>
        <a:xfrm>
          <a:off x="4236953" y="1634447"/>
          <a:ext cx="345907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345907" y="60033"/>
              </a:lnTo>
              <a:lnTo>
                <a:pt x="345907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467BA-750A-4D1B-BD43-7D5D8510EEA5}">
      <dsp:nvSpPr>
        <dsp:cNvPr id="0" name=""/>
        <dsp:cNvSpPr/>
      </dsp:nvSpPr>
      <dsp:spPr>
        <a:xfrm>
          <a:off x="3891046" y="1634447"/>
          <a:ext cx="345907" cy="120067"/>
        </a:xfrm>
        <a:custGeom>
          <a:avLst/>
          <a:gdLst/>
          <a:ahLst/>
          <a:cxnLst/>
          <a:rect l="0" t="0" r="0" b="0"/>
          <a:pathLst>
            <a:path>
              <a:moveTo>
                <a:pt x="345907" y="0"/>
              </a:moveTo>
              <a:lnTo>
                <a:pt x="345907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74E90-AB88-448C-B508-7D749760410B}">
      <dsp:nvSpPr>
        <dsp:cNvPr id="0" name=""/>
        <dsp:cNvSpPr/>
      </dsp:nvSpPr>
      <dsp:spPr>
        <a:xfrm>
          <a:off x="2262993" y="1228506"/>
          <a:ext cx="1973960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1973960" y="60033"/>
              </a:lnTo>
              <a:lnTo>
                <a:pt x="197396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5951F-6C38-4306-9253-EFBDA07179E8}">
      <dsp:nvSpPr>
        <dsp:cNvPr id="0" name=""/>
        <dsp:cNvSpPr/>
      </dsp:nvSpPr>
      <dsp:spPr>
        <a:xfrm>
          <a:off x="2924811" y="2040388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6A5B3-C45B-4635-962C-271B532698A5}">
      <dsp:nvSpPr>
        <dsp:cNvPr id="0" name=""/>
        <dsp:cNvSpPr/>
      </dsp:nvSpPr>
      <dsp:spPr>
        <a:xfrm>
          <a:off x="2924811" y="2040388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BC2FE-C082-4C29-BFF5-8EC08BA5A03B}">
      <dsp:nvSpPr>
        <dsp:cNvPr id="0" name=""/>
        <dsp:cNvSpPr/>
      </dsp:nvSpPr>
      <dsp:spPr>
        <a:xfrm>
          <a:off x="2924811" y="2040388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3003D5-C216-4F2F-8559-D3435D34C3BA}">
      <dsp:nvSpPr>
        <dsp:cNvPr id="0" name=""/>
        <dsp:cNvSpPr/>
      </dsp:nvSpPr>
      <dsp:spPr>
        <a:xfrm>
          <a:off x="2161508" y="1634447"/>
          <a:ext cx="1037722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1037722" y="60033"/>
              </a:lnTo>
              <a:lnTo>
                <a:pt x="1037722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14B47-1F77-4E3F-87D5-DF54BFE17AAC}">
      <dsp:nvSpPr>
        <dsp:cNvPr id="0" name=""/>
        <dsp:cNvSpPr/>
      </dsp:nvSpPr>
      <dsp:spPr>
        <a:xfrm>
          <a:off x="2161508" y="1634447"/>
          <a:ext cx="345907" cy="120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33"/>
              </a:lnTo>
              <a:lnTo>
                <a:pt x="345907" y="60033"/>
              </a:lnTo>
              <a:lnTo>
                <a:pt x="345907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39174-F942-4587-AC57-6F5397237B86}">
      <dsp:nvSpPr>
        <dsp:cNvPr id="0" name=""/>
        <dsp:cNvSpPr/>
      </dsp:nvSpPr>
      <dsp:spPr>
        <a:xfrm>
          <a:off x="1815600" y="1634447"/>
          <a:ext cx="345907" cy="120067"/>
        </a:xfrm>
        <a:custGeom>
          <a:avLst/>
          <a:gdLst/>
          <a:ahLst/>
          <a:cxnLst/>
          <a:rect l="0" t="0" r="0" b="0"/>
          <a:pathLst>
            <a:path>
              <a:moveTo>
                <a:pt x="345907" y="0"/>
              </a:moveTo>
              <a:lnTo>
                <a:pt x="345907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36CB3-3CBB-4906-A407-4185764C2030}">
      <dsp:nvSpPr>
        <dsp:cNvPr id="0" name=""/>
        <dsp:cNvSpPr/>
      </dsp:nvSpPr>
      <dsp:spPr>
        <a:xfrm>
          <a:off x="1123785" y="1634447"/>
          <a:ext cx="1037722" cy="120067"/>
        </a:xfrm>
        <a:custGeom>
          <a:avLst/>
          <a:gdLst/>
          <a:ahLst/>
          <a:cxnLst/>
          <a:rect l="0" t="0" r="0" b="0"/>
          <a:pathLst>
            <a:path>
              <a:moveTo>
                <a:pt x="1037722" y="0"/>
              </a:moveTo>
              <a:lnTo>
                <a:pt x="1037722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F9D56-4919-42B5-AF44-1C62EAA5EED7}">
      <dsp:nvSpPr>
        <dsp:cNvPr id="0" name=""/>
        <dsp:cNvSpPr/>
      </dsp:nvSpPr>
      <dsp:spPr>
        <a:xfrm>
          <a:off x="2161508" y="1228506"/>
          <a:ext cx="101485" cy="120067"/>
        </a:xfrm>
        <a:custGeom>
          <a:avLst/>
          <a:gdLst/>
          <a:ahLst/>
          <a:cxnLst/>
          <a:rect l="0" t="0" r="0" b="0"/>
          <a:pathLst>
            <a:path>
              <a:moveTo>
                <a:pt x="101485" y="0"/>
              </a:moveTo>
              <a:lnTo>
                <a:pt x="101485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A71887-DBE6-4656-A411-90C08122187A}">
      <dsp:nvSpPr>
        <dsp:cNvPr id="0" name=""/>
        <dsp:cNvSpPr/>
      </dsp:nvSpPr>
      <dsp:spPr>
        <a:xfrm>
          <a:off x="14614" y="1634447"/>
          <a:ext cx="91440" cy="14808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0827"/>
              </a:lnTo>
              <a:lnTo>
                <a:pt x="131482" y="148082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FF712E-73D1-41A3-B1CE-C2C367B39138}">
      <dsp:nvSpPr>
        <dsp:cNvPr id="0" name=""/>
        <dsp:cNvSpPr/>
      </dsp:nvSpPr>
      <dsp:spPr>
        <a:xfrm>
          <a:off x="14614" y="1634447"/>
          <a:ext cx="91440" cy="1074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4886"/>
              </a:lnTo>
              <a:lnTo>
                <a:pt x="131482" y="1074886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064A7-0B5E-4F76-9288-3A7D65A87703}">
      <dsp:nvSpPr>
        <dsp:cNvPr id="0" name=""/>
        <dsp:cNvSpPr/>
      </dsp:nvSpPr>
      <dsp:spPr>
        <a:xfrm>
          <a:off x="14614" y="1634447"/>
          <a:ext cx="91440" cy="6689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8945"/>
              </a:lnTo>
              <a:lnTo>
                <a:pt x="131482" y="6689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C6DC55-1654-4904-98D3-8DDB5CFE504A}">
      <dsp:nvSpPr>
        <dsp:cNvPr id="0" name=""/>
        <dsp:cNvSpPr/>
      </dsp:nvSpPr>
      <dsp:spPr>
        <a:xfrm>
          <a:off x="14614" y="1634447"/>
          <a:ext cx="91440" cy="2630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04"/>
              </a:lnTo>
              <a:lnTo>
                <a:pt x="131482" y="26300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7D0BFE-91A1-4107-9ECD-2EEF3B62DBD2}">
      <dsp:nvSpPr>
        <dsp:cNvPr id="0" name=""/>
        <dsp:cNvSpPr/>
      </dsp:nvSpPr>
      <dsp:spPr>
        <a:xfrm>
          <a:off x="289033" y="1228506"/>
          <a:ext cx="1973960" cy="120067"/>
        </a:xfrm>
        <a:custGeom>
          <a:avLst/>
          <a:gdLst/>
          <a:ahLst/>
          <a:cxnLst/>
          <a:rect l="0" t="0" r="0" b="0"/>
          <a:pathLst>
            <a:path>
              <a:moveTo>
                <a:pt x="1973960" y="0"/>
              </a:moveTo>
              <a:lnTo>
                <a:pt x="1973960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E285D-8834-493B-985F-F5AB065C9819}">
      <dsp:nvSpPr>
        <dsp:cNvPr id="0" name=""/>
        <dsp:cNvSpPr/>
      </dsp:nvSpPr>
      <dsp:spPr>
        <a:xfrm>
          <a:off x="2262993" y="822564"/>
          <a:ext cx="2024702" cy="120067"/>
        </a:xfrm>
        <a:custGeom>
          <a:avLst/>
          <a:gdLst/>
          <a:ahLst/>
          <a:cxnLst/>
          <a:rect l="0" t="0" r="0" b="0"/>
          <a:pathLst>
            <a:path>
              <a:moveTo>
                <a:pt x="2024702" y="0"/>
              </a:moveTo>
              <a:lnTo>
                <a:pt x="2024702" y="60033"/>
              </a:lnTo>
              <a:lnTo>
                <a:pt x="0" y="60033"/>
              </a:lnTo>
              <a:lnTo>
                <a:pt x="0" y="12006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4C7DA-5D3F-440F-9204-8638D146D7FC}">
      <dsp:nvSpPr>
        <dsp:cNvPr id="0" name=""/>
        <dsp:cNvSpPr/>
      </dsp:nvSpPr>
      <dsp:spPr>
        <a:xfrm>
          <a:off x="4001822" y="536690"/>
          <a:ext cx="571748" cy="285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Cultivo de palma de aceite: </a:t>
          </a:r>
          <a:r>
            <a:rPr lang="es-CO" sz="500" kern="1200" dirty="0" err="1"/>
            <a:t>previveros</a:t>
          </a:r>
          <a:r>
            <a:rPr lang="es-CO" sz="500" kern="1200" dirty="0"/>
            <a:t>, viveros y siembra</a:t>
          </a:r>
        </a:p>
      </dsp:txBody>
      <dsp:txXfrm>
        <a:off x="4001822" y="536690"/>
        <a:ext cx="571748" cy="285874"/>
      </dsp:txXfrm>
    </dsp:sp>
    <dsp:sp modelId="{563A3D89-D3ED-424B-B63F-4BADAB89FFD1}">
      <dsp:nvSpPr>
        <dsp:cNvPr id="0" name=""/>
        <dsp:cNvSpPr/>
      </dsp:nvSpPr>
      <dsp:spPr>
        <a:xfrm>
          <a:off x="1977119" y="942632"/>
          <a:ext cx="571748" cy="28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 err="1"/>
            <a:t>Previveros</a:t>
          </a:r>
          <a:r>
            <a:rPr lang="es-CO" sz="500" kern="1200" dirty="0"/>
            <a:t> y viveros</a:t>
          </a:r>
        </a:p>
      </dsp:txBody>
      <dsp:txXfrm>
        <a:off x="1977119" y="942632"/>
        <a:ext cx="571748" cy="285874"/>
      </dsp:txXfrm>
    </dsp:sp>
    <dsp:sp modelId="{89E412AB-1284-4CF2-9F2E-08D35CAEC4A3}">
      <dsp:nvSpPr>
        <dsp:cNvPr id="0" name=""/>
        <dsp:cNvSpPr/>
      </dsp:nvSpPr>
      <dsp:spPr>
        <a:xfrm>
          <a:off x="3159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Generalidades del cultivo</a:t>
          </a:r>
        </a:p>
      </dsp:txBody>
      <dsp:txXfrm>
        <a:off x="3159" y="1348573"/>
        <a:ext cx="571748" cy="285874"/>
      </dsp:txXfrm>
    </dsp:sp>
    <dsp:sp modelId="{8E3C09B0-33FE-4488-B542-1A447D0437ED}">
      <dsp:nvSpPr>
        <dsp:cNvPr id="0" name=""/>
        <dsp:cNvSpPr/>
      </dsp:nvSpPr>
      <dsp:spPr>
        <a:xfrm>
          <a:off x="146096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Variedades</a:t>
          </a:r>
        </a:p>
      </dsp:txBody>
      <dsp:txXfrm>
        <a:off x="146096" y="1754514"/>
        <a:ext cx="571748" cy="285874"/>
      </dsp:txXfrm>
    </dsp:sp>
    <dsp:sp modelId="{B07B7F26-205C-4909-AFDB-3D98EC2EFA08}">
      <dsp:nvSpPr>
        <dsp:cNvPr id="0" name=""/>
        <dsp:cNvSpPr/>
      </dsp:nvSpPr>
      <dsp:spPr>
        <a:xfrm>
          <a:off x="146096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Rendimiento</a:t>
          </a:r>
          <a:endParaRPr lang="es-CO" sz="500" kern="1200" dirty="0"/>
        </a:p>
      </dsp:txBody>
      <dsp:txXfrm>
        <a:off x="146096" y="2160455"/>
        <a:ext cx="571748" cy="285874"/>
      </dsp:txXfrm>
    </dsp:sp>
    <dsp:sp modelId="{8A97841B-3411-4D8A-831D-FFE5E44065FA}">
      <dsp:nvSpPr>
        <dsp:cNvPr id="0" name=""/>
        <dsp:cNvSpPr/>
      </dsp:nvSpPr>
      <dsp:spPr>
        <a:xfrm>
          <a:off x="146096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Condiciones agroecológicas</a:t>
          </a:r>
          <a:endParaRPr lang="es-CO" sz="500" kern="1200" dirty="0"/>
        </a:p>
      </dsp:txBody>
      <dsp:txXfrm>
        <a:off x="146096" y="2566396"/>
        <a:ext cx="571748" cy="285874"/>
      </dsp:txXfrm>
    </dsp:sp>
    <dsp:sp modelId="{1358306A-AA1B-43FD-A920-30BCDF6AD068}">
      <dsp:nvSpPr>
        <dsp:cNvPr id="0" name=""/>
        <dsp:cNvSpPr/>
      </dsp:nvSpPr>
      <dsp:spPr>
        <a:xfrm>
          <a:off x="146096" y="2972337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Características de la palma de aceite</a:t>
          </a:r>
          <a:endParaRPr lang="es-CO" sz="500" kern="1200" dirty="0"/>
        </a:p>
      </dsp:txBody>
      <dsp:txXfrm>
        <a:off x="146096" y="2972337"/>
        <a:ext cx="571748" cy="285874"/>
      </dsp:txXfrm>
    </dsp:sp>
    <dsp:sp modelId="{C7C8D0FB-BD24-4E37-9E89-3B60260D5F29}">
      <dsp:nvSpPr>
        <dsp:cNvPr id="0" name=""/>
        <dsp:cNvSpPr/>
      </dsp:nvSpPr>
      <dsp:spPr>
        <a:xfrm>
          <a:off x="1875634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Selección del material vegetal</a:t>
          </a:r>
        </a:p>
      </dsp:txBody>
      <dsp:txXfrm>
        <a:off x="1875634" y="1348573"/>
        <a:ext cx="571748" cy="285874"/>
      </dsp:txXfrm>
    </dsp:sp>
    <dsp:sp modelId="{2E34C585-B28B-44FB-9771-222BD9EAE917}">
      <dsp:nvSpPr>
        <dsp:cNvPr id="0" name=""/>
        <dsp:cNvSpPr/>
      </dsp:nvSpPr>
      <dsp:spPr>
        <a:xfrm>
          <a:off x="837911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Características de las semillas</a:t>
          </a:r>
        </a:p>
      </dsp:txBody>
      <dsp:txXfrm>
        <a:off x="837911" y="1754514"/>
        <a:ext cx="571748" cy="285874"/>
      </dsp:txXfrm>
    </dsp:sp>
    <dsp:sp modelId="{F07E6546-B294-4300-BA8D-68BA96886759}">
      <dsp:nvSpPr>
        <dsp:cNvPr id="0" name=""/>
        <dsp:cNvSpPr/>
      </dsp:nvSpPr>
      <dsp:spPr>
        <a:xfrm>
          <a:off x="1529726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Crecimiento y desarrollo de la semilla</a:t>
          </a:r>
        </a:p>
      </dsp:txBody>
      <dsp:txXfrm>
        <a:off x="1529726" y="1754514"/>
        <a:ext cx="571748" cy="285874"/>
      </dsp:txXfrm>
    </dsp:sp>
    <dsp:sp modelId="{A2EF7C9D-2A81-4A33-8C3F-C1ECC80FDAAE}">
      <dsp:nvSpPr>
        <dsp:cNvPr id="0" name=""/>
        <dsp:cNvSpPr/>
      </dsp:nvSpPr>
      <dsp:spPr>
        <a:xfrm>
          <a:off x="2221541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Semillero</a:t>
          </a:r>
        </a:p>
      </dsp:txBody>
      <dsp:txXfrm>
        <a:off x="2221541" y="1754514"/>
        <a:ext cx="571748" cy="285874"/>
      </dsp:txXfrm>
    </dsp:sp>
    <dsp:sp modelId="{0A577A01-7A93-4FB6-B517-47B4DDC7C34F}">
      <dsp:nvSpPr>
        <dsp:cNvPr id="0" name=""/>
        <dsp:cNvSpPr/>
      </dsp:nvSpPr>
      <dsp:spPr>
        <a:xfrm>
          <a:off x="2913357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Clasificación de las semillas</a:t>
          </a:r>
        </a:p>
      </dsp:txBody>
      <dsp:txXfrm>
        <a:off x="2913357" y="1754514"/>
        <a:ext cx="571748" cy="285874"/>
      </dsp:txXfrm>
    </dsp:sp>
    <dsp:sp modelId="{3D0A18A6-D5B2-4811-B4B1-B0ED34E25649}">
      <dsp:nvSpPr>
        <dsp:cNvPr id="0" name=""/>
        <dsp:cNvSpPr/>
      </dsp:nvSpPr>
      <dsp:spPr>
        <a:xfrm>
          <a:off x="3056294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Condiciones</a:t>
          </a:r>
        </a:p>
      </dsp:txBody>
      <dsp:txXfrm>
        <a:off x="3056294" y="2160455"/>
        <a:ext cx="571748" cy="285874"/>
      </dsp:txXfrm>
    </dsp:sp>
    <dsp:sp modelId="{2B8D8AD2-6EDB-4BCA-9E2F-41D2C0713AE1}">
      <dsp:nvSpPr>
        <dsp:cNvPr id="0" name=""/>
        <dsp:cNvSpPr/>
      </dsp:nvSpPr>
      <dsp:spPr>
        <a:xfrm>
          <a:off x="3056294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Criterios técnicos</a:t>
          </a:r>
        </a:p>
      </dsp:txBody>
      <dsp:txXfrm>
        <a:off x="3056294" y="2566396"/>
        <a:ext cx="571748" cy="285874"/>
      </dsp:txXfrm>
    </dsp:sp>
    <dsp:sp modelId="{63EA8934-7361-4197-A1E5-43FD971BD67A}">
      <dsp:nvSpPr>
        <dsp:cNvPr id="0" name=""/>
        <dsp:cNvSpPr/>
      </dsp:nvSpPr>
      <dsp:spPr>
        <a:xfrm>
          <a:off x="3056294" y="2972337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Proceso de clasificación</a:t>
          </a:r>
        </a:p>
      </dsp:txBody>
      <dsp:txXfrm>
        <a:off x="3056294" y="2972337"/>
        <a:ext cx="571748" cy="285874"/>
      </dsp:txXfrm>
    </dsp:sp>
    <dsp:sp modelId="{157F4EAD-79E5-4C6B-83D5-1F9C0FC645BA}">
      <dsp:nvSpPr>
        <dsp:cNvPr id="0" name=""/>
        <dsp:cNvSpPr/>
      </dsp:nvSpPr>
      <dsp:spPr>
        <a:xfrm>
          <a:off x="3951079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Vivero</a:t>
          </a:r>
        </a:p>
      </dsp:txBody>
      <dsp:txXfrm>
        <a:off x="3951079" y="1348573"/>
        <a:ext cx="571748" cy="285874"/>
      </dsp:txXfrm>
    </dsp:sp>
    <dsp:sp modelId="{A89A66CE-9502-4D9F-BDEA-69BFCFE241AC}">
      <dsp:nvSpPr>
        <dsp:cNvPr id="0" name=""/>
        <dsp:cNvSpPr/>
      </dsp:nvSpPr>
      <dsp:spPr>
        <a:xfrm>
          <a:off x="3605172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Previvero</a:t>
          </a:r>
          <a:endParaRPr lang="es-CO" sz="500" kern="1200" dirty="0"/>
        </a:p>
      </dsp:txBody>
      <dsp:txXfrm>
        <a:off x="3605172" y="1754514"/>
        <a:ext cx="571748" cy="285874"/>
      </dsp:txXfrm>
    </dsp:sp>
    <dsp:sp modelId="{F67661F5-6EFD-46AC-9E21-F1D3CEABB257}">
      <dsp:nvSpPr>
        <dsp:cNvPr id="0" name=""/>
        <dsp:cNvSpPr/>
      </dsp:nvSpPr>
      <dsp:spPr>
        <a:xfrm>
          <a:off x="4296987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Vivero</a:t>
          </a:r>
          <a:endParaRPr lang="es-CO" sz="500" kern="1200" dirty="0"/>
        </a:p>
      </dsp:txBody>
      <dsp:txXfrm>
        <a:off x="4296987" y="1754514"/>
        <a:ext cx="571748" cy="285874"/>
      </dsp:txXfrm>
    </dsp:sp>
    <dsp:sp modelId="{56AC6F3C-9E8B-464F-828D-D4B73895E23B}">
      <dsp:nvSpPr>
        <dsp:cNvPr id="0" name=""/>
        <dsp:cNvSpPr/>
      </dsp:nvSpPr>
      <dsp:spPr>
        <a:xfrm>
          <a:off x="4439924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Selección y llenado de bolsas</a:t>
          </a:r>
          <a:endParaRPr lang="es-CO" sz="500" kern="1200" dirty="0"/>
        </a:p>
      </dsp:txBody>
      <dsp:txXfrm>
        <a:off x="4439924" y="2160455"/>
        <a:ext cx="571748" cy="285874"/>
      </dsp:txXfrm>
    </dsp:sp>
    <dsp:sp modelId="{F77F24E4-746C-4DD2-B6F0-86A2C204AB6A}">
      <dsp:nvSpPr>
        <dsp:cNvPr id="0" name=""/>
        <dsp:cNvSpPr/>
      </dsp:nvSpPr>
      <dsp:spPr>
        <a:xfrm>
          <a:off x="4439924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Siembra de las plantas</a:t>
          </a:r>
          <a:endParaRPr lang="es-CO" sz="500" kern="1200" dirty="0"/>
        </a:p>
      </dsp:txBody>
      <dsp:txXfrm>
        <a:off x="4439924" y="2566396"/>
        <a:ext cx="571748" cy="285874"/>
      </dsp:txXfrm>
    </dsp:sp>
    <dsp:sp modelId="{A8240B4E-A431-4E56-B8E4-0447471380CC}">
      <dsp:nvSpPr>
        <dsp:cNvPr id="0" name=""/>
        <dsp:cNvSpPr/>
      </dsp:nvSpPr>
      <dsp:spPr>
        <a:xfrm>
          <a:off x="4439924" y="2972337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Desarrollo de las plantas</a:t>
          </a:r>
          <a:endParaRPr lang="es-CO" sz="500" kern="1200" dirty="0"/>
        </a:p>
      </dsp:txBody>
      <dsp:txXfrm>
        <a:off x="4439924" y="2972337"/>
        <a:ext cx="571748" cy="285874"/>
      </dsp:txXfrm>
    </dsp:sp>
    <dsp:sp modelId="{C3AA428E-B676-4245-ADA0-7F33F3019190}">
      <dsp:nvSpPr>
        <dsp:cNvPr id="0" name=""/>
        <dsp:cNvSpPr/>
      </dsp:nvSpPr>
      <dsp:spPr>
        <a:xfrm>
          <a:off x="4439924" y="3378278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Selección en vivero</a:t>
          </a:r>
          <a:endParaRPr lang="es-CO" sz="500" kern="1200" dirty="0"/>
        </a:p>
      </dsp:txBody>
      <dsp:txXfrm>
        <a:off x="4439924" y="3378278"/>
        <a:ext cx="571748" cy="285874"/>
      </dsp:txXfrm>
    </dsp:sp>
    <dsp:sp modelId="{F48B73C8-B376-415E-80C2-2218B28789E2}">
      <dsp:nvSpPr>
        <dsp:cNvPr id="0" name=""/>
        <dsp:cNvSpPr/>
      </dsp:nvSpPr>
      <dsp:spPr>
        <a:xfrm>
          <a:off x="4439924" y="3784219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Control de malezas, plagas y enfermedades</a:t>
          </a:r>
          <a:endParaRPr lang="es-CO" sz="500" kern="1200" dirty="0"/>
        </a:p>
      </dsp:txBody>
      <dsp:txXfrm>
        <a:off x="4439924" y="3784219"/>
        <a:ext cx="571748" cy="285874"/>
      </dsp:txXfrm>
    </dsp:sp>
    <dsp:sp modelId="{A3217A5C-22AC-4475-9119-31D2501C8F14}">
      <dsp:nvSpPr>
        <dsp:cNvPr id="0" name=""/>
        <dsp:cNvSpPr/>
      </dsp:nvSpPr>
      <dsp:spPr>
        <a:xfrm>
          <a:off x="4439924" y="4190160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Fertilización</a:t>
          </a:r>
          <a:endParaRPr lang="es-CO" sz="500" kern="1200" dirty="0"/>
        </a:p>
      </dsp:txBody>
      <dsp:txXfrm>
        <a:off x="4439924" y="4190160"/>
        <a:ext cx="571748" cy="285874"/>
      </dsp:txXfrm>
    </dsp:sp>
    <dsp:sp modelId="{B4694DA0-CA7B-477A-A37B-230B9FD4B578}">
      <dsp:nvSpPr>
        <dsp:cNvPr id="0" name=""/>
        <dsp:cNvSpPr/>
      </dsp:nvSpPr>
      <dsp:spPr>
        <a:xfrm>
          <a:off x="4439924" y="4596102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Riego</a:t>
          </a:r>
          <a:endParaRPr lang="es-CO" sz="500" kern="1200" dirty="0"/>
        </a:p>
      </dsp:txBody>
      <dsp:txXfrm>
        <a:off x="4439924" y="4596102"/>
        <a:ext cx="571748" cy="285874"/>
      </dsp:txXfrm>
    </dsp:sp>
    <dsp:sp modelId="{23D16FC4-C804-46DE-B72F-38C3C7C34659}">
      <dsp:nvSpPr>
        <dsp:cNvPr id="0" name=""/>
        <dsp:cNvSpPr/>
      </dsp:nvSpPr>
      <dsp:spPr>
        <a:xfrm>
          <a:off x="6026525" y="942632"/>
          <a:ext cx="571748" cy="28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Siembra</a:t>
          </a:r>
        </a:p>
      </dsp:txBody>
      <dsp:txXfrm>
        <a:off x="6026525" y="942632"/>
        <a:ext cx="571748" cy="285874"/>
      </dsp:txXfrm>
    </dsp:sp>
    <dsp:sp modelId="{FD0553E0-DF92-4948-BA75-A6DAB0D47E8E}">
      <dsp:nvSpPr>
        <dsp:cNvPr id="0" name=""/>
        <dsp:cNvSpPr/>
      </dsp:nvSpPr>
      <dsp:spPr>
        <a:xfrm>
          <a:off x="4642894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Diseño de la planeación</a:t>
          </a:r>
          <a:endParaRPr lang="es-CO" sz="500" kern="1200" dirty="0"/>
        </a:p>
      </dsp:txBody>
      <dsp:txXfrm>
        <a:off x="4642894" y="1348573"/>
        <a:ext cx="571748" cy="285874"/>
      </dsp:txXfrm>
    </dsp:sp>
    <dsp:sp modelId="{66BA419E-0BE2-4D3F-9777-E0B7FBAEC5BD}">
      <dsp:nvSpPr>
        <dsp:cNvPr id="0" name=""/>
        <dsp:cNvSpPr/>
      </dsp:nvSpPr>
      <dsp:spPr>
        <a:xfrm>
          <a:off x="5334710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Labores de preparación de suelo</a:t>
          </a:r>
        </a:p>
      </dsp:txBody>
      <dsp:txXfrm>
        <a:off x="5334710" y="1348573"/>
        <a:ext cx="571748" cy="285874"/>
      </dsp:txXfrm>
    </dsp:sp>
    <dsp:sp modelId="{8F7386E6-174F-4F2D-B32C-6B352000558A}">
      <dsp:nvSpPr>
        <dsp:cNvPr id="0" name=""/>
        <dsp:cNvSpPr/>
      </dsp:nvSpPr>
      <dsp:spPr>
        <a:xfrm>
          <a:off x="5477647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Limpieza</a:t>
          </a:r>
          <a:endParaRPr lang="es-CO" sz="500" kern="1200" dirty="0"/>
        </a:p>
      </dsp:txBody>
      <dsp:txXfrm>
        <a:off x="5477647" y="1754514"/>
        <a:ext cx="571748" cy="285874"/>
      </dsp:txXfrm>
    </dsp:sp>
    <dsp:sp modelId="{3E83E1ED-D233-4AE0-8F2A-53EB9321B46A}">
      <dsp:nvSpPr>
        <dsp:cNvPr id="0" name=""/>
        <dsp:cNvSpPr/>
      </dsp:nvSpPr>
      <dsp:spPr>
        <a:xfrm>
          <a:off x="5477647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Labranza</a:t>
          </a:r>
          <a:endParaRPr lang="es-CO" sz="500" kern="1200" dirty="0"/>
        </a:p>
      </dsp:txBody>
      <dsp:txXfrm>
        <a:off x="5477647" y="2160455"/>
        <a:ext cx="571748" cy="285874"/>
      </dsp:txXfrm>
    </dsp:sp>
    <dsp:sp modelId="{9E835237-CD5F-4343-B5A1-F63CBD2A15D8}">
      <dsp:nvSpPr>
        <dsp:cNvPr id="0" name=""/>
        <dsp:cNvSpPr/>
      </dsp:nvSpPr>
      <dsp:spPr>
        <a:xfrm>
          <a:off x="6026525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Trazado de la plantación</a:t>
          </a:r>
        </a:p>
      </dsp:txBody>
      <dsp:txXfrm>
        <a:off x="6026525" y="1348573"/>
        <a:ext cx="571748" cy="285874"/>
      </dsp:txXfrm>
    </dsp:sp>
    <dsp:sp modelId="{46B7D19D-498B-47C8-9A6A-268F3C1D14CA}">
      <dsp:nvSpPr>
        <dsp:cNvPr id="0" name=""/>
        <dsp:cNvSpPr/>
      </dsp:nvSpPr>
      <dsp:spPr>
        <a:xfrm>
          <a:off x="6169462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Verificación y preparación</a:t>
          </a:r>
          <a:endParaRPr lang="es-CO" sz="500" kern="1200" dirty="0"/>
        </a:p>
      </dsp:txBody>
      <dsp:txXfrm>
        <a:off x="6169462" y="1754514"/>
        <a:ext cx="571748" cy="285874"/>
      </dsp:txXfrm>
    </dsp:sp>
    <dsp:sp modelId="{CC8E75B9-6D31-4EBA-B1F6-4DAB12E3FF5B}">
      <dsp:nvSpPr>
        <dsp:cNvPr id="0" name=""/>
        <dsp:cNvSpPr/>
      </dsp:nvSpPr>
      <dsp:spPr>
        <a:xfrm>
          <a:off x="6169462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Demarcación del lote</a:t>
          </a:r>
          <a:endParaRPr lang="es-CO" sz="500" kern="1200" dirty="0"/>
        </a:p>
      </dsp:txBody>
      <dsp:txXfrm>
        <a:off x="6169462" y="2160455"/>
        <a:ext cx="571748" cy="285874"/>
      </dsp:txXfrm>
    </dsp:sp>
    <dsp:sp modelId="{439E56F9-E0D1-4158-882C-6937E7D7C844}">
      <dsp:nvSpPr>
        <dsp:cNvPr id="0" name=""/>
        <dsp:cNvSpPr/>
      </dsp:nvSpPr>
      <dsp:spPr>
        <a:xfrm>
          <a:off x="6169462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Materiales requeridos</a:t>
          </a:r>
        </a:p>
      </dsp:txBody>
      <dsp:txXfrm>
        <a:off x="6169462" y="2566396"/>
        <a:ext cx="571748" cy="285874"/>
      </dsp:txXfrm>
    </dsp:sp>
    <dsp:sp modelId="{1893835E-0092-4F86-90BB-FED80EA1EED9}">
      <dsp:nvSpPr>
        <dsp:cNvPr id="0" name=""/>
        <dsp:cNvSpPr/>
      </dsp:nvSpPr>
      <dsp:spPr>
        <a:xfrm>
          <a:off x="6169462" y="2972337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Elementos de protección personal</a:t>
          </a:r>
        </a:p>
      </dsp:txBody>
      <dsp:txXfrm>
        <a:off x="6169462" y="2972337"/>
        <a:ext cx="571748" cy="285874"/>
      </dsp:txXfrm>
    </dsp:sp>
    <dsp:sp modelId="{82A47582-08F1-4E5A-8D12-0BEE152E6967}">
      <dsp:nvSpPr>
        <dsp:cNvPr id="0" name=""/>
        <dsp:cNvSpPr/>
      </dsp:nvSpPr>
      <dsp:spPr>
        <a:xfrm>
          <a:off x="6169462" y="3378278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Sistema de siembra y distancias</a:t>
          </a:r>
          <a:endParaRPr lang="es-CO" sz="500" kern="1200" dirty="0"/>
        </a:p>
      </dsp:txBody>
      <dsp:txXfrm>
        <a:off x="6169462" y="3378278"/>
        <a:ext cx="571748" cy="285874"/>
      </dsp:txXfrm>
    </dsp:sp>
    <dsp:sp modelId="{F775871A-D284-46A3-9AB2-D366E601DDE3}">
      <dsp:nvSpPr>
        <dsp:cNvPr id="0" name=""/>
        <dsp:cNvSpPr/>
      </dsp:nvSpPr>
      <dsp:spPr>
        <a:xfrm>
          <a:off x="6169462" y="3784219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Trazado y triangulación</a:t>
          </a:r>
        </a:p>
      </dsp:txBody>
      <dsp:txXfrm>
        <a:off x="6169462" y="3784219"/>
        <a:ext cx="571748" cy="285874"/>
      </dsp:txXfrm>
    </dsp:sp>
    <dsp:sp modelId="{C96F9C37-991F-49D6-B97A-A0F337C56222}">
      <dsp:nvSpPr>
        <dsp:cNvPr id="0" name=""/>
        <dsp:cNvSpPr/>
      </dsp:nvSpPr>
      <dsp:spPr>
        <a:xfrm>
          <a:off x="6169462" y="4190160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Verificación final del trazado</a:t>
          </a:r>
          <a:endParaRPr lang="es-CO" sz="500" kern="1200" dirty="0"/>
        </a:p>
      </dsp:txBody>
      <dsp:txXfrm>
        <a:off x="6169462" y="4190160"/>
        <a:ext cx="571748" cy="285874"/>
      </dsp:txXfrm>
    </dsp:sp>
    <dsp:sp modelId="{F54798F8-CFF8-48B6-8442-8A6AFF45CDE3}">
      <dsp:nvSpPr>
        <dsp:cNvPr id="0" name=""/>
        <dsp:cNvSpPr/>
      </dsp:nvSpPr>
      <dsp:spPr>
        <a:xfrm>
          <a:off x="6718340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Establecimiento de coberturas </a:t>
          </a:r>
          <a:r>
            <a:rPr lang="es-CO" sz="500" kern="1200" dirty="0" err="1"/>
            <a:t>vevetales</a:t>
          </a:r>
          <a:endParaRPr lang="es-CO" sz="500" kern="1200" dirty="0"/>
        </a:p>
      </dsp:txBody>
      <dsp:txXfrm>
        <a:off x="6718340" y="1348573"/>
        <a:ext cx="571748" cy="285874"/>
      </dsp:txXfrm>
    </dsp:sp>
    <dsp:sp modelId="{C11C4E9E-7FC9-4731-B287-80A256055D1D}">
      <dsp:nvSpPr>
        <dsp:cNvPr id="0" name=""/>
        <dsp:cNvSpPr/>
      </dsp:nvSpPr>
      <dsp:spPr>
        <a:xfrm>
          <a:off x="6861277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Rastreras</a:t>
          </a:r>
        </a:p>
      </dsp:txBody>
      <dsp:txXfrm>
        <a:off x="6861277" y="1754514"/>
        <a:ext cx="571748" cy="285874"/>
      </dsp:txXfrm>
    </dsp:sp>
    <dsp:sp modelId="{ECA4C62D-43CA-4245-83AF-3F4F4607D265}">
      <dsp:nvSpPr>
        <dsp:cNvPr id="0" name=""/>
        <dsp:cNvSpPr/>
      </dsp:nvSpPr>
      <dsp:spPr>
        <a:xfrm>
          <a:off x="6861277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 err="1"/>
            <a:t>Semi-arbustivas</a:t>
          </a:r>
          <a:endParaRPr lang="es-CO" sz="500" kern="1200" dirty="0"/>
        </a:p>
      </dsp:txBody>
      <dsp:txXfrm>
        <a:off x="6861277" y="2160455"/>
        <a:ext cx="571748" cy="285874"/>
      </dsp:txXfrm>
    </dsp:sp>
    <dsp:sp modelId="{88530066-5BAB-4507-8CB1-B18D885D91D9}">
      <dsp:nvSpPr>
        <dsp:cNvPr id="0" name=""/>
        <dsp:cNvSpPr/>
      </dsp:nvSpPr>
      <dsp:spPr>
        <a:xfrm>
          <a:off x="6861277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Árboles y arbustos</a:t>
          </a:r>
        </a:p>
      </dsp:txBody>
      <dsp:txXfrm>
        <a:off x="6861277" y="2566396"/>
        <a:ext cx="571748" cy="285874"/>
      </dsp:txXfrm>
    </dsp:sp>
    <dsp:sp modelId="{AE49D322-0696-4AE1-BD18-EEE04AD51B1F}">
      <dsp:nvSpPr>
        <dsp:cNvPr id="0" name=""/>
        <dsp:cNvSpPr/>
      </dsp:nvSpPr>
      <dsp:spPr>
        <a:xfrm>
          <a:off x="7410155" y="1348573"/>
          <a:ext cx="571748" cy="28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 dirty="0"/>
            <a:t>Siembra de plantas en sitio definitivo</a:t>
          </a:r>
        </a:p>
      </dsp:txBody>
      <dsp:txXfrm>
        <a:off x="7410155" y="1348573"/>
        <a:ext cx="571748" cy="285874"/>
      </dsp:txXfrm>
    </dsp:sp>
    <dsp:sp modelId="{78B856AD-E9FE-4F47-B774-47D968C95901}">
      <dsp:nvSpPr>
        <dsp:cNvPr id="0" name=""/>
        <dsp:cNvSpPr/>
      </dsp:nvSpPr>
      <dsp:spPr>
        <a:xfrm>
          <a:off x="7553092" y="1754514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Alistamiento en vivero</a:t>
          </a:r>
          <a:endParaRPr lang="es-CO" sz="500" kern="1200" dirty="0"/>
        </a:p>
      </dsp:txBody>
      <dsp:txXfrm>
        <a:off x="7553092" y="1754514"/>
        <a:ext cx="571748" cy="285874"/>
      </dsp:txXfrm>
    </dsp:sp>
    <dsp:sp modelId="{936BFCEB-21C0-4AF5-B726-850D42F8CC7E}">
      <dsp:nvSpPr>
        <dsp:cNvPr id="0" name=""/>
        <dsp:cNvSpPr/>
      </dsp:nvSpPr>
      <dsp:spPr>
        <a:xfrm>
          <a:off x="7553092" y="2160455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Transporte</a:t>
          </a:r>
          <a:endParaRPr lang="es-CO" sz="500" kern="1200" dirty="0"/>
        </a:p>
      </dsp:txBody>
      <dsp:txXfrm>
        <a:off x="7553092" y="2160455"/>
        <a:ext cx="571748" cy="285874"/>
      </dsp:txXfrm>
    </dsp:sp>
    <dsp:sp modelId="{DD94ECD7-41CA-45D2-AC7B-D3A2B80BECD3}">
      <dsp:nvSpPr>
        <dsp:cNvPr id="0" name=""/>
        <dsp:cNvSpPr/>
      </dsp:nvSpPr>
      <dsp:spPr>
        <a:xfrm>
          <a:off x="7553092" y="2566396"/>
          <a:ext cx="571748" cy="285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00" kern="1200"/>
            <a:t>Trasplante</a:t>
          </a:r>
          <a:endParaRPr lang="es-CO" sz="500" kern="1200" dirty="0"/>
        </a:p>
      </dsp:txBody>
      <dsp:txXfrm>
        <a:off x="7553092" y="2566396"/>
        <a:ext cx="571748" cy="285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EFE06-02DF-38F8-94AF-0F3F51CBE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6A030B-4494-96B0-0409-CD79659AD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5D866-D448-4146-A77E-0EC4FCC2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92380-CEEB-0121-6420-3DC53A56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04DA4A-D1E4-A3DB-1124-38E3D798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22545-6652-79E3-4A22-3627324A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FB79DA-EBEB-D086-18CE-B2D3DEC1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D8D0D-5C8F-8BAD-58DE-17B24897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015C25-18F3-CD88-0CC3-63FB19CA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882618-0A66-502E-7A33-030B7DB8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916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F3669-82D8-8543-BE98-21217006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1AB7E-1BCD-4208-7637-3CC96CF3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919178-39BA-4F08-7C19-ECABE71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29329-B115-D811-EC6C-C4AB4923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AB19A-2BFC-9A92-E031-3F7FFBA8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53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97E3D-7A64-E2EF-1BC2-86AB70E9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F9073-414A-FC12-1E54-D2F683836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0B7DAC-9DEA-A8CA-B0E4-36AA4712B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EE6381-CA39-28C3-6525-79E4F5E0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2A4CDA-888B-184A-1A5D-4A4B358D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50754D-EFE0-F085-B7DC-B7B2AFE2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57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5DB85-DAE4-9448-5B87-05329771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F15C00-E780-8F57-46C5-AED219D9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6332A3-C4E5-1BF6-0AEE-EBDC4F705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F08FE3-14FE-B505-CAFF-06A8C252A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C37011-65B9-1D1C-4AAD-30BA93C1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0082E0-F635-E833-AE72-8A5AE8E2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05E042-3D7B-43E1-A156-1A3F9C11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01929A-2860-249C-2C78-A0C6D666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51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AB99A-4B91-B4AD-81AD-20DF240A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3B389A-9285-E72A-C261-D1D77F9F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9039BC-86CC-F01E-EB62-D24AA726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60438F-F677-D148-9A80-4D8CCF1E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58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649836E-5032-09AA-6C5F-02328BAA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AA34A6-5503-2D51-482F-32E22F81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7B2C9F-E88E-4966-D886-D1A3B35D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09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B54FA-9436-218A-F1DB-E4431FD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28574-F787-1140-EBF1-147AFF4F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8D2774-F0AF-5433-4066-0133ABFCE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80567-C27E-53ED-C039-5083E3AF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DF9CEB-2920-2CA7-F69A-6D7EAEF0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3D158E-3B31-119B-C7E1-73AFC23B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73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D8B58-2D29-4B7B-89F7-E3B164CF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025DC8-D853-B18E-8FFA-D134CE7E2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AFEF1C-2EB2-2E72-77EC-EC47412E8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A6BA34-F2D8-7D7B-7CBF-3FB7D55A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809E3-4C8F-55F9-264F-F954D62A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7BF0BB-1CD5-0DA5-D83C-3B139083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89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7B2E2-EDB3-FE3A-E8B3-583CB623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BB1915-7FBA-C08B-3559-36721877D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2040BE-129F-493A-1132-33DBA1A4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96F22-CC45-0EBA-5AC5-7E29C63C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EFBCD-7B75-93C2-8478-00684BE0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84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A79294-3746-51E2-1EB7-60DA8A896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ECA43-2BDF-FB6E-E6BA-58A453F3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CAFED-D42D-E6B4-31D1-65C5B3AB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57A3AB-3610-7198-5D8E-D99D585B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5D98B-7111-7889-53D4-75D6810B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40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06A57F-6DED-027A-0C48-D1B733FA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E590F4-6012-B804-5B77-879DD7A1B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AFCA0-AA54-A6DE-2F12-6075C6C1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80AD0-AFF0-B943-A9AC-913380911721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48BFC4-0A5F-4F28-CA9C-9D91DCF1F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63607-3132-8C4E-3EE0-850A4A554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90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70C8FF8-1DE0-0FDB-41FE-FB7496B637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07950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624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4" ma:contentTypeDescription="Crear nuevo documento." ma:contentTypeScope="" ma:versionID="cd14e03e9fc6eb087109c39a3de1a2a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247ff0312e87511bd2ce05ea47f33022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B2F36FC-6EDB-46D9-8366-DF1A4AB34943}"/>
</file>

<file path=customXml/itemProps2.xml><?xml version="1.0" encoding="utf-8"?>
<ds:datastoreItem xmlns:ds="http://schemas.openxmlformats.org/officeDocument/2006/customXml" ds:itemID="{EB61D0E9-ACC3-41FE-94CA-2A5D9CC96802}"/>
</file>

<file path=customXml/itemProps3.xml><?xml version="1.0" encoding="utf-8"?>
<ds:datastoreItem xmlns:ds="http://schemas.openxmlformats.org/officeDocument/2006/customXml" ds:itemID="{0D821F5F-8A0C-4446-8292-ABA6F7F2185B}"/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140</Words>
  <Application>Microsoft Office PowerPoint</Application>
  <PresentationFormat>Panorámica</PresentationFormat>
  <Paragraphs>46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Marcela Vidal Quintero</dc:creator>
  <cp:lastModifiedBy>Paula Marcela Vidal Quintero</cp:lastModifiedBy>
  <cp:revision>3</cp:revision>
  <dcterms:created xsi:type="dcterms:W3CDTF">2026-02-02T19:39:13Z</dcterms:created>
  <dcterms:modified xsi:type="dcterms:W3CDTF">2026-02-18T16:18:29Z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